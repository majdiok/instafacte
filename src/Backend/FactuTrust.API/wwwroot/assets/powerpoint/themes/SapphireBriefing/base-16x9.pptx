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282437ee364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3970091924c60"/>
  </p:sldMasterIdLst>
  <p:notesMasterIdLst>
    <p:notesMasterId xmlns:r="http://schemas.openxmlformats.org/officeDocument/2006/relationships" r:id="R13f1c37eeb0a48eb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3970091924c60" /><Relationship Type="http://schemas.openxmlformats.org/officeDocument/2006/relationships/notesMaster" Target="/ppt/notesMasters/notesMaster1.xml" Id="R13f1c37eeb0a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0b99da8fb424f6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dc0a7579640c2" /><Relationship Type="http://schemas.openxmlformats.org/officeDocument/2006/relationships/slideLayout" Target="/ppt/slideLayouts/slideLayout2.xml" Id="Rc7c79e02a42548c6" /><Relationship Type="http://schemas.openxmlformats.org/officeDocument/2006/relationships/slideLayout" Target="/ppt/slideLayouts/slideLayout3.xml" Id="R824903aa5a1e4f6f" /><Relationship Type="http://schemas.openxmlformats.org/officeDocument/2006/relationships/slideLayout" Target="/ppt/slideLayouts/slideLayout4.xml" Id="R7b1f5ea7649d438a" /><Relationship Type="http://schemas.openxmlformats.org/officeDocument/2006/relationships/slideLayout" Target="/ppt/slideLayouts/slideLayout5.xml" Id="R61d92fd66fa545e1" /><Relationship Type="http://schemas.openxmlformats.org/officeDocument/2006/relationships/slideLayout" Target="/ppt/slideLayouts/slideLayout6.xml" Id="R8f67a4628998448e" /><Relationship Type="http://schemas.openxmlformats.org/officeDocument/2006/relationships/slideLayout" Target="/ppt/slideLayouts/slideLayout7.xml" Id="R9599a07ab02849c6" /><Relationship Type="http://schemas.openxmlformats.org/officeDocument/2006/relationships/slideLayout" Target="/ppt/slideLayouts/slideLayout8.xml" Id="R0c78068bf92442b6" /><Relationship Type="http://schemas.openxmlformats.org/officeDocument/2006/relationships/theme" Target="/ppt/slideMasters/theme/theme1.xml" Id="Rec6c7122cf0d407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672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dc0a7579640c2"/>
    <p:sldLayoutId xmlns:r="http://schemas.openxmlformats.org/officeDocument/2006/relationships" id="2147483650" r:id="Rc7c79e02a42548c6"/>
    <p:sldLayoutId xmlns:r="http://schemas.openxmlformats.org/officeDocument/2006/relationships" id="2147483651" r:id="R824903aa5a1e4f6f"/>
    <p:sldLayoutId xmlns:r="http://schemas.openxmlformats.org/officeDocument/2006/relationships" id="2147483652" r:id="R7b1f5ea7649d438a"/>
    <p:sldLayoutId xmlns:r="http://schemas.openxmlformats.org/officeDocument/2006/relationships" id="2147483653" r:id="R61d92fd66fa545e1"/>
    <p:sldLayoutId xmlns:r="http://schemas.openxmlformats.org/officeDocument/2006/relationships" id="2147483654" r:id="R8f67a4628998448e"/>
    <p:sldLayoutId xmlns:r="http://schemas.openxmlformats.org/officeDocument/2006/relationships" id="2147483655" r:id="R9599a07ab02849c6"/>
    <p:sldLayoutId xmlns:r="http://schemas.openxmlformats.org/officeDocument/2006/relationships" id="2147483656" r:id="R0c78068bf92442b6"/>
  </p:sldLayoutIdLst>
</p:sldMaster>
</file>

<file path=ppt/slideMasters/theme/theme1.xml><?xml version="1.0" encoding="utf-8"?>
<a:theme xmlns:a="http://schemas.openxmlformats.org/drawingml/2006/main" name="Sapphire Briefing">
  <a:themeElements>
    <a:clrScheme name="Sapphire Briefing">
      <a:dk1>
        <a:srgbClr val="1E3A8A"/>
      </a:dk1>
      <a:lt1>
        <a:srgbClr val="F8FAFC"/>
      </a:lt1>
      <a:dk2>
        <a:srgbClr val="1E40AF"/>
      </a:dk2>
      <a:lt2>
        <a:srgbClr val="EFF6FF"/>
      </a:lt2>
      <a:accent1>
        <a:srgbClr val="2563EB"/>
      </a:accent1>
      <a:accent2>
        <a:srgbClr val="1E40AF"/>
      </a:accent2>
      <a:accent3>
        <a:srgbClr val="3B82F6"/>
      </a:accent3>
      <a:accent4>
        <a:srgbClr val="60A5FA"/>
      </a:accent4>
      <a:accent5>
        <a:srgbClr val="93C5FD"/>
      </a:accent5>
      <a:accent6>
        <a:srgbClr val="1E3A8A"/>
      </a:accent6>
      <a:hlink>
        <a:srgbClr val="2563EB"/>
      </a:hlink>
      <a:folHlink>
        <a:srgbClr val="1E40AF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
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fc3fe0d8ed14a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9d686e0fd47a7"/>
  </p:sldMasterIdLst>
  <p:notesMasterIdLst>
    <p:notesMasterId xmlns:r="http://schemas.openxmlformats.org/officeDocument/2006/relationships" r:id="Rc92858f917f44a14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9d686e0fd47a7" /><Relationship Type="http://schemas.openxmlformats.org/officeDocument/2006/relationships/notesMaster" Target="/ppt/notesMasters/notesMaster1.xml" Id="Rc92858f917f4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4bb7ec964f24fb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1cd00a4714fa9" /><Relationship Type="http://schemas.openxmlformats.org/officeDocument/2006/relationships/slideLayout" Target="/ppt/slideLayouts/slideLayout2.xml" Id="R823eebc41cba4796" /><Relationship Type="http://schemas.openxmlformats.org/officeDocument/2006/relationships/slideLayout" Target="/ppt/slideLayouts/slideLayout3.xml" Id="R229cd986ab014bc0" /><Relationship Type="http://schemas.openxmlformats.org/officeDocument/2006/relationships/slideLayout" Target="/ppt/slideLayouts/slideLayout4.xml" Id="Re3a97a2a355c4866" /><Relationship Type="http://schemas.openxmlformats.org/officeDocument/2006/relationships/slideLayout" Target="/ppt/slideLayouts/slideLayout5.xml" Id="R13c2cb75653c4b80" /><Relationship Type="http://schemas.openxmlformats.org/officeDocument/2006/relationships/slideLayout" Target="/ppt/slideLayouts/slideLayout6.xml" Id="Rbe99a868633f4a41" /><Relationship Type="http://schemas.openxmlformats.org/officeDocument/2006/relationships/slideLayout" Target="/ppt/slideLayouts/slideLayout7.xml" Id="R614aac2ba7bc4ec7" /><Relationship Type="http://schemas.openxmlformats.org/officeDocument/2006/relationships/slideLayout" Target="/ppt/slideLayouts/slideLayout8.xml" Id="R52b1003e4dab4d60" /><Relationship Type="http://schemas.openxmlformats.org/officeDocument/2006/relationships/theme" Target="/ppt/slideMasters/theme/theme1.xml" Id="R10c633c586384a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1cd00a4714fa9"/>
    <p:sldLayoutId xmlns:r="http://schemas.openxmlformats.org/officeDocument/2006/relationships" id="2147483650" r:id="R823eebc41cba4796"/>
    <p:sldLayoutId xmlns:r="http://schemas.openxmlformats.org/officeDocument/2006/relationships" id="2147483651" r:id="R229cd986ab014bc0"/>
    <p:sldLayoutId xmlns:r="http://schemas.openxmlformats.org/officeDocument/2006/relationships" id="2147483652" r:id="Re3a97a2a355c4866"/>
    <p:sldLayoutId xmlns:r="http://schemas.openxmlformats.org/officeDocument/2006/relationships" id="2147483653" r:id="R13c2cb75653c4b80"/>
    <p:sldLayoutId xmlns:r="http://schemas.openxmlformats.org/officeDocument/2006/relationships" id="2147483654" r:id="Rbe99a868633f4a41"/>
    <p:sldLayoutId xmlns:r="http://schemas.openxmlformats.org/officeDocument/2006/relationships" id="2147483655" r:id="R614aac2ba7bc4ec7"/>
    <p:sldLayoutId xmlns:r="http://schemas.openxmlformats.org/officeDocument/2006/relationships" id="2147483656" r:id="R52b1003e4dab4d60"/>
  </p:sldLayoutIdLst>
</p:sldMaster>
</file>

<file path=ppt/slideMasters/theme/theme1.xml><?xml version="1.0" encoding="utf-8"?>
<a:theme xmlns:a="http://schemas.openxmlformats.org/drawingml/2006/main" name="Sapphire Briefing">
  <a:themeElements>
    <a:clrScheme name="Sapphire Briefing">
      <a:dk1>
        <a:srgbClr val="1E3A8A"/>
      </a:dk1>
      <a:lt1>
        <a:srgbClr val="F8FAFC"/>
      </a:lt1>
      <a:dk2>
        <a:srgbClr val="1E40AF"/>
      </a:dk2>
      <a:lt2>
        <a:srgbClr val="EFF6FF"/>
      </a:lt2>
      <a:accent1>
        <a:srgbClr val="2563EB"/>
      </a:accent1>
      <a:accent2>
        <a:srgbClr val="1E40AF"/>
      </a:accent2>
      <a:accent3>
        <a:srgbClr val="3B82F6"/>
      </a:accent3>
      <a:accent4>
        <a:srgbClr val="60A5FA"/>
      </a:accent4>
      <a:accent5>
        <a:srgbClr val="93C5FD"/>
      </a:accent5>
      <a:accent6>
        <a:srgbClr val="1E3A8A"/>
      </a:accent6>
      <a:hlink>
        <a:srgbClr val="2563EB"/>
      </a:hlink>
      <a:folHlink>
        <a:srgbClr val="1E40AF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
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a47d12a74ec43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9f5a757222490e"/>
  </p:sldMasterIdLst>
  <p:notesMasterIdLst>
    <p:notesMasterId xmlns:r="http://schemas.openxmlformats.org/officeDocument/2006/relationships" r:id="R81784eaa12d34fd9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9f5a757222490e" /><Relationship Type="http://schemas.openxmlformats.org/officeDocument/2006/relationships/notesMaster" Target="/ppt/notesMasters/notesMaster1.xml" Id="R81784eaa12d34f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552283d09aba46cf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/>
          </p:nvPr>
        </p:nvSpPr>
        <p:spPr>
          <a:xfrm xmlns:a="http://schemas.openxmlformats.org/drawingml/2006/main">
            <a:off x="0" y="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/>
          </p:nvPr>
        </p:nvSpPr>
        <p:spPr>
          <a:xfrm xmlns:a="http://schemas.openxmlformats.org/drawingml/2006/main">
            <a:off x="3429000" y="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Slide Image Placeholder 3"/>
          <p:cNvSpPr>
            <a:spLocks xmlns:a="http://schemas.openxmlformats.org/drawingml/2006/main" noGrp="1" noRot="1"/>
          </p:cNvSpPr>
          <p:nvPr>
            <p:ph type="sldImg" idx="1"/>
          </p:nvPr>
        </p:nvSpPr>
        <p:spPr>
          <a:xfrm xmlns:a="http://schemas.openxmlformats.org/drawingml/2006/main">
            <a:off x="685800" y="457200"/>
            <a:ext cx="5486400" cy="3886200"/>
          </a:xfrm>
          <a:prstGeom xmlns:a="http://schemas.openxmlformats.org/drawingml/2006/main" prst="rect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4343400"/>
            <a:ext cx="5486400" cy="41148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>
            <a:off x="0" y="868680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3429000" y="868680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indent="0" algn="l">
      <a:defRPr sz="1200"/>
    </a:lvl1pPr>
    <a:lvl2pPr xmlns:a="http://schemas.openxmlformats.org/drawingml/2006/main" marL="457200" indent="0">
      <a:defRPr sz="1200"/>
    </a:lvl2pPr>
    <a:lvl3pPr xmlns:a="http://schemas.openxmlformats.org/drawingml/2006/main" marL="914400" indent="0">
      <a:defRPr sz="1200"/>
    </a:lvl3pPr>
    <a:lvl4pPr xmlns:a="http://schemas.openxmlformats.org/drawingml/2006/main" marL="1371600" indent="0">
      <a:defRPr sz="1200"/>
    </a:lvl4pPr>
    <a:lvl5pPr xmlns:a="http://schemas.openxmlformats.org/drawingml/2006/main" marL="1828800" indent="0">
      <a:defRPr sz="1200"/>
    </a:lvl5pPr>
    <a:lvl6pPr xmlns:a="http://schemas.openxmlformats.org/drawingml/2006/main" marL="2286000" indent="0">
      <a:defRPr sz="1200"/>
    </a:lvl6pPr>
    <a:lvl7pPr xmlns:a="http://schemas.openxmlformats.org/drawingml/2006/main" marL="2743200" indent="0">
      <a:defRPr sz="1200"/>
    </a:lvl7pPr>
    <a:lvl8pPr xmlns:a="http://schemas.openxmlformats.org/drawingml/2006/main" marL="3200400" indent="0">
      <a:defRPr sz="1200"/>
    </a:lvl8pPr>
    <a:lvl9pPr xmlns:a="http://schemas.openxmlformats.org/drawingml/2006/main" marL="3657600" indent="0">
      <a:defRPr sz="1200"/>
    </a:lvl9pPr>
  </p:notesStyle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6c3d1db3b4a31" /><Relationship Type="http://schemas.openxmlformats.org/officeDocument/2006/relationships/slideLayout" Target="/ppt/slideLayouts/slideLayout2.xml" Id="R5e33482004ce41cc" /><Relationship Type="http://schemas.openxmlformats.org/officeDocument/2006/relationships/slideLayout" Target="/ppt/slideLayouts/slideLayout3.xml" Id="Rb27b5d0500ea401e" /><Relationship Type="http://schemas.openxmlformats.org/officeDocument/2006/relationships/slideLayout" Target="/ppt/slideLayouts/slideLayout4.xml" Id="Raf9ad6547afc4f2e" /><Relationship Type="http://schemas.openxmlformats.org/officeDocument/2006/relationships/slideLayout" Target="/ppt/slideLayouts/slideLayout5.xml" Id="R43a1e9c94a3b480a" /><Relationship Type="http://schemas.openxmlformats.org/officeDocument/2006/relationships/slideLayout" Target="/ppt/slideLayouts/slideLayout6.xml" Id="Re66d63b6b673475f" /><Relationship Type="http://schemas.openxmlformats.org/officeDocument/2006/relationships/slideLayout" Target="/ppt/slideLayouts/slideLayout7.xml" Id="R13a6c552a2974f35" /><Relationship Type="http://schemas.openxmlformats.org/officeDocument/2006/relationships/slideLayout" Target="/ppt/slideLayouts/slideLayout8.xml" Id="R8956813156b940fe" /><Relationship Type="http://schemas.openxmlformats.org/officeDocument/2006/relationships/theme" Target="/ppt/slideMasters/theme/theme1.xml" Id="Rb0be7f52e1fc411f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Side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7680" cy="6858000"/>
          </a:xfrm>
          <a:prstGeom xmlns:a="http://schemas.openxmlformats.org/drawingml/2006/main" prst="rect"/>
          <a:solidFill xmlns:a="http://schemas.openxmlformats.org/drawingml/2006/main">
            <a:srgbClr val="F500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MasterHorizontal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12192000" cy="9525"/>
          </a:xfrm>
          <a:prstGeom xmlns:a="http://schemas.openxmlformats.org/drawingml/2006/main" prst="rect"/>
          <a:solidFill xmlns:a="http://schemas.openxmlformats.org/drawingml/2006/main">
            <a:srgbClr val="27272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5" name="MasterHorizontal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29300"/>
            <a:ext cx="12192000" cy="9525"/>
          </a:xfrm>
          <a:prstGeom xmlns:a="http://schemas.openxmlformats.org/drawingml/2006/main" prst="rect"/>
          <a:solidFill xmlns:a="http://schemas.openxmlformats.org/drawingml/2006/main">
            <a:srgbClr val="27272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d6c3d1db3b4a31"/>
    <p:sldLayoutId xmlns:r="http://schemas.openxmlformats.org/officeDocument/2006/relationships" id="2147483650" r:id="R5e33482004ce41cc"/>
    <p:sldLayoutId xmlns:r="http://schemas.openxmlformats.org/officeDocument/2006/relationships" id="2147483651" r:id="Rb27b5d0500ea401e"/>
    <p:sldLayoutId xmlns:r="http://schemas.openxmlformats.org/officeDocument/2006/relationships" id="2147483652" r:id="Raf9ad6547afc4f2e"/>
    <p:sldLayoutId xmlns:r="http://schemas.openxmlformats.org/officeDocument/2006/relationships" id="2147483653" r:id="R43a1e9c94a3b480a"/>
    <p:sldLayoutId xmlns:r="http://schemas.openxmlformats.org/officeDocument/2006/relationships" id="2147483654" r:id="Re66d63b6b673475f"/>
    <p:sldLayoutId xmlns:r="http://schemas.openxmlformats.org/officeDocument/2006/relationships" id="2147483655" r:id="R13a6c552a2974f35"/>
    <p:sldLayoutId xmlns:r="http://schemas.openxmlformats.org/officeDocument/2006/relationships" id="2147483656" r:id="R8956813156b940fe"/>
  </p:sldLayoutIdLst>
</p:sldMaster>
</file>

<file path=ppt/slideMasters/theme/theme1.xml><?xml version="1.0" encoding="utf-8"?>
<a:theme xmlns:a="http://schemas.openxmlformats.org/drawingml/2006/main" name="Editorial Noir">
  <a:themeElements>
    <a:clrScheme name="Editorial Noir">
      <a:dk1>
        <a:srgbClr val="0A0A0A"/>
      </a:dk1>
      <a:lt1>
        <a:srgbClr val="FAFAFA"/>
      </a:lt1>
      <a:dk2>
        <a:srgbClr val="27272A"/>
      </a:dk2>
      <a:lt2>
        <a:srgbClr val="FFFFFF"/>
      </a:lt2>
      <a:accent1>
        <a:srgbClr val="F50057"/>
      </a:accent1>
      <a:accent2>
        <a:srgbClr val="0A0A0A"/>
      </a:accent2>
      <a:accent3>
        <a:srgbClr val="D4AF37"/>
      </a:accent3>
      <a:accent4>
        <a:srgbClr val="52525B"/>
      </a:accent4>
      <a:accent5>
        <a:srgbClr val="EC407A"/>
      </a:accent5>
      <a:accent6>
        <a:srgbClr val="8E24AA"/>
      </a:accent6>
      <a:hlink>
        <a:srgbClr val="F50057"/>
      </a:hlink>
      <a:folHlink>
        <a:srgbClr val="27272A"/>
      </a:folHlink>
    </a:clrScheme>
    <a:fontScheme name="Georgia">
      <a:majorFont>
        <a:latin typeface="Georgia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
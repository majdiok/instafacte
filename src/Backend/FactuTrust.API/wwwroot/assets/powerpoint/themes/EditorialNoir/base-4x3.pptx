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8983a635c9a47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49327278f4e0c"/>
  </p:sldMasterIdLst>
  <p:notesMasterIdLst>
    <p:notesMasterId xmlns:r="http://schemas.openxmlformats.org/officeDocument/2006/relationships" r:id="R70e2f930f3054d92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49327278f4e0c" /><Relationship Type="http://schemas.openxmlformats.org/officeDocument/2006/relationships/notesMaster" Target="/ppt/notesMasters/notesMaster1.xml" Id="R70e2f930f305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f65628f183f40d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6be6c1e4044f7" /><Relationship Type="http://schemas.openxmlformats.org/officeDocument/2006/relationships/slideLayout" Target="/ppt/slideLayouts/slideLayout2.xml" Id="R04089dd61d064421" /><Relationship Type="http://schemas.openxmlformats.org/officeDocument/2006/relationships/slideLayout" Target="/ppt/slideLayouts/slideLayout3.xml" Id="R70638d8d3e904ccb" /><Relationship Type="http://schemas.openxmlformats.org/officeDocument/2006/relationships/slideLayout" Target="/ppt/slideLayouts/slideLayout4.xml" Id="R9960ef7262ee4593" /><Relationship Type="http://schemas.openxmlformats.org/officeDocument/2006/relationships/slideLayout" Target="/ppt/slideLayouts/slideLayout5.xml" Id="R3e8b01fe912f4bd6" /><Relationship Type="http://schemas.openxmlformats.org/officeDocument/2006/relationships/slideLayout" Target="/ppt/slideLayouts/slideLayout6.xml" Id="R6453a3d71b474676" /><Relationship Type="http://schemas.openxmlformats.org/officeDocument/2006/relationships/slideLayout" Target="/ppt/slideLayouts/slideLayout7.xml" Id="Re8c617a6bb014812" /><Relationship Type="http://schemas.openxmlformats.org/officeDocument/2006/relationships/slideLayout" Target="/ppt/slideLayouts/slideLayout8.xml" Id="Rb27d7a4b91944221" /><Relationship Type="http://schemas.openxmlformats.org/officeDocument/2006/relationships/theme" Target="/ppt/slideMasters/theme/theme1.xml" Id="Rc85512b974a34ef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" cy="6858000"/>
          </a:xfrm>
          <a:prstGeom xmlns:a="http://schemas.openxmlformats.org/drawingml/2006/main" prst="rect"/>
          <a:solidFill xmlns:a="http://schemas.openxmlformats.org/drawingml/2006/main">
            <a:srgbClr val="F50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9144000" cy="9525"/>
          </a:xfrm>
          <a:prstGeom xmlns:a="http://schemas.openxmlformats.org/drawingml/2006/main" prst="rect"/>
          <a:solidFill xmlns:a="http://schemas.openxmlformats.org/drawingml/2006/main">
            <a:srgbClr val="272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9144000" cy="9525"/>
          </a:xfrm>
          <a:prstGeom xmlns:a="http://schemas.openxmlformats.org/drawingml/2006/main" prst="rect"/>
          <a:solidFill xmlns:a="http://schemas.openxmlformats.org/drawingml/2006/main">
            <a:srgbClr val="272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6be6c1e4044f7"/>
    <p:sldLayoutId xmlns:r="http://schemas.openxmlformats.org/officeDocument/2006/relationships" id="2147483650" r:id="R04089dd61d064421"/>
    <p:sldLayoutId xmlns:r="http://schemas.openxmlformats.org/officeDocument/2006/relationships" id="2147483651" r:id="R70638d8d3e904ccb"/>
    <p:sldLayoutId xmlns:r="http://schemas.openxmlformats.org/officeDocument/2006/relationships" id="2147483652" r:id="R9960ef7262ee4593"/>
    <p:sldLayoutId xmlns:r="http://schemas.openxmlformats.org/officeDocument/2006/relationships" id="2147483653" r:id="R3e8b01fe912f4bd6"/>
    <p:sldLayoutId xmlns:r="http://schemas.openxmlformats.org/officeDocument/2006/relationships" id="2147483654" r:id="R6453a3d71b474676"/>
    <p:sldLayoutId xmlns:r="http://schemas.openxmlformats.org/officeDocument/2006/relationships" id="2147483655" r:id="Re8c617a6bb014812"/>
    <p:sldLayoutId xmlns:r="http://schemas.openxmlformats.org/officeDocument/2006/relationships" id="2147483656" r:id="Rb27d7a4b91944221"/>
  </p:sldLayoutIdLst>
</p:sldMaster>
</file>

<file path=ppt/slideMasters/theme/theme1.xml><?xml version="1.0" encoding="utf-8"?>
<a:theme xmlns:a="http://schemas.openxmlformats.org/drawingml/2006/main" name="Editorial Noir">
  <a:themeElements>
    <a:clrScheme name="Editorial Noir">
      <a:dk1>
        <a:srgbClr val="0A0A0A"/>
      </a:dk1>
      <a:lt1>
        <a:srgbClr val="FAFAFA"/>
      </a:lt1>
      <a:dk2>
        <a:srgbClr val="27272A"/>
      </a:dk2>
      <a:lt2>
        <a:srgbClr val="FFFFFF"/>
      </a:lt2>
      <a:accent1>
        <a:srgbClr val="F50057"/>
      </a:accent1>
      <a:accent2>
        <a:srgbClr val="0A0A0A"/>
      </a:accent2>
      <a:accent3>
        <a:srgbClr val="D4AF37"/>
      </a:accent3>
      <a:accent4>
        <a:srgbClr val="52525B"/>
      </a:accent4>
      <a:accent5>
        <a:srgbClr val="EC407A"/>
      </a:accent5>
      <a:accent6>
        <a:srgbClr val="8E24AA"/>
      </a:accent6>
      <a:hlink>
        <a:srgbClr val="F50057"/>
      </a:hlink>
      <a:folHlink>
        <a:srgbClr val="27272A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
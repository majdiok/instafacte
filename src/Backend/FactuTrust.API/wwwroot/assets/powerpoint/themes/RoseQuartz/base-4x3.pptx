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4509c70d32234f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2cb1efc1014937"/>
  </p:sldMasterIdLst>
  <p:notesMasterIdLst>
    <p:notesMasterId xmlns:r="http://schemas.openxmlformats.org/officeDocument/2006/relationships" r:id="R7bee53acf3d64446"/>
  </p:notesMasterIdLst>
  <p:sldIdLst/>
  <p:sldSz cx="9144000" cy="6858000" type="screen4x3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2cb1efc1014937" /><Relationship Type="http://schemas.openxmlformats.org/officeDocument/2006/relationships/notesMaster" Target="/ppt/notesMasters/notesMaster1.xml" Id="R7bee53acf3d644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732fb1c2dc944fb5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 1"/>
          <p:cNvSpPr>
            <a:spLocks xmlns:a="http://schemas.openxmlformats.org/drawingml/2006/main" noGrp="1"/>
          </p:cNvSpPr>
          <p:nvPr>
            <p:ph type="hdr"/>
          </p:nvPr>
        </p:nvSpPr>
        <p:spPr>
          <a:xfrm xmlns:a="http://schemas.openxmlformats.org/drawingml/2006/main">
            <a:off x="0" y="0"/>
            <a:ext cx="6858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Date Placeholder 2"/>
          <p:cNvSpPr>
            <a:spLocks xmlns:a="http://schemas.openxmlformats.org/drawingml/2006/main" noGrp="1"/>
          </p:cNvSpPr>
          <p:nvPr>
            <p:ph type="dt"/>
          </p:nvPr>
        </p:nvSpPr>
        <p:spPr>
          <a:xfrm xmlns:a="http://schemas.openxmlformats.org/drawingml/2006/main">
            <a:off x="3429000" y="0"/>
            <a:ext cx="3429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4" name="Slide Image Placeholder 3"/>
          <p:cNvSpPr>
            <a:spLocks xmlns:a="http://schemas.openxmlformats.org/drawingml/2006/main" noGrp="1" noRot="1"/>
          </p:cNvSpPr>
          <p:nvPr>
            <p:ph type="sldImg" idx="1"/>
          </p:nvPr>
        </p:nvSpPr>
        <p:spPr>
          <a:xfrm xmlns:a="http://schemas.openxmlformats.org/drawingml/2006/main">
            <a:off x="685800" y="457200"/>
            <a:ext cx="5486400" cy="3886200"/>
          </a:xfrm>
          <a:prstGeom xmlns:a="http://schemas.openxmlformats.org/drawingml/2006/main" prst="rect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 4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5800" y="4343400"/>
            <a:ext cx="5486400" cy="41148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6" name="Footer Placeholder 5"/>
          <p:cNvSpPr>
            <a:spLocks xmlns:a="http://schemas.openxmlformats.org/drawingml/2006/main" noGrp="1"/>
          </p:cNvSpPr>
          <p:nvPr>
            <p:ph type="ftr"/>
          </p:nvPr>
        </p:nvSpPr>
        <p:spPr>
          <a:xfrm xmlns:a="http://schemas.openxmlformats.org/drawingml/2006/main">
            <a:off x="0" y="8686800"/>
            <a:ext cx="6858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7" name="Slide Number Placeholder 6"/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>
            <a:off x="3429000" y="8686800"/>
            <a:ext cx="3429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indent="0" algn="l">
      <a:defRPr sz="1200"/>
    </a:lvl1pPr>
    <a:lvl2pPr xmlns:a="http://schemas.openxmlformats.org/drawingml/2006/main" marL="457200" indent="0">
      <a:defRPr sz="1200"/>
    </a:lvl2pPr>
    <a:lvl3pPr xmlns:a="http://schemas.openxmlformats.org/drawingml/2006/main" marL="914400" indent="0">
      <a:defRPr sz="1200"/>
    </a:lvl3pPr>
    <a:lvl4pPr xmlns:a="http://schemas.openxmlformats.org/drawingml/2006/main" marL="1371600" indent="0">
      <a:defRPr sz="1200"/>
    </a:lvl4pPr>
    <a:lvl5pPr xmlns:a="http://schemas.openxmlformats.org/drawingml/2006/main" marL="1828800" indent="0">
      <a:defRPr sz="1200"/>
    </a:lvl5pPr>
    <a:lvl6pPr xmlns:a="http://schemas.openxmlformats.org/drawingml/2006/main" marL="2286000" indent="0">
      <a:defRPr sz="1200"/>
    </a:lvl6pPr>
    <a:lvl7pPr xmlns:a="http://schemas.openxmlformats.org/drawingml/2006/main" marL="2743200" indent="0">
      <a:defRPr sz="1200"/>
    </a:lvl7pPr>
    <a:lvl8pPr xmlns:a="http://schemas.openxmlformats.org/drawingml/2006/main" marL="3200400" indent="0">
      <a:defRPr sz="1200"/>
    </a:lvl8pPr>
    <a:lvl9pPr xmlns:a="http://schemas.openxmlformats.org/drawingml/2006/main" marL="3657600" indent="0">
      <a:defRPr sz="1200"/>
    </a:lvl9pPr>
  </p:notesStyle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c99e78a8d54fa1" /><Relationship Type="http://schemas.openxmlformats.org/officeDocument/2006/relationships/slideLayout" Target="/ppt/slideLayouts/slideLayout2.xml" Id="Rd894040cb4644e96" /><Relationship Type="http://schemas.openxmlformats.org/officeDocument/2006/relationships/slideLayout" Target="/ppt/slideLayouts/slideLayout3.xml" Id="R614d2ae0ca924949" /><Relationship Type="http://schemas.openxmlformats.org/officeDocument/2006/relationships/slideLayout" Target="/ppt/slideLayouts/slideLayout4.xml" Id="R38347a7bead043c6" /><Relationship Type="http://schemas.openxmlformats.org/officeDocument/2006/relationships/slideLayout" Target="/ppt/slideLayouts/slideLayout5.xml" Id="Rbd92133f126d459b" /><Relationship Type="http://schemas.openxmlformats.org/officeDocument/2006/relationships/slideLayout" Target="/ppt/slideLayouts/slideLayout6.xml" Id="R310de473f72b4709" /><Relationship Type="http://schemas.openxmlformats.org/officeDocument/2006/relationships/slideLayout" Target="/ppt/slideLayouts/slideLayout7.xml" Id="R2740b6adef7f47f6" /><Relationship Type="http://schemas.openxmlformats.org/officeDocument/2006/relationships/slideLayout" Target="/ppt/slideLayouts/slideLayout8.xml" Id="Rac4c805191b84763" /><Relationship Type="http://schemas.openxmlformats.org/officeDocument/2006/relationships/theme" Target="/ppt/slideMasters/theme/theme1.xml" Id="Rc2606825490e4f9e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/>
          <a:solidFill xmlns:a="http://schemas.openxmlformats.org/drawingml/2006/main">
            <a:srgbClr val="FCE7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Side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0"/>
            <a:ext cx="3840480" cy="6858000"/>
          </a:xfrm>
          <a:prstGeom xmlns:a="http://schemas.openxmlformats.org/drawingml/2006/main" prst="rect"/>
          <a:solidFill xmlns:a="http://schemas.openxmlformats.org/drawingml/2006/main">
            <a:srgbClr val="FFE4E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c99e78a8d54fa1"/>
    <p:sldLayoutId xmlns:r="http://schemas.openxmlformats.org/officeDocument/2006/relationships" id="2147483650" r:id="Rd894040cb4644e96"/>
    <p:sldLayoutId xmlns:r="http://schemas.openxmlformats.org/officeDocument/2006/relationships" id="2147483651" r:id="R614d2ae0ca924949"/>
    <p:sldLayoutId xmlns:r="http://schemas.openxmlformats.org/officeDocument/2006/relationships" id="2147483652" r:id="R38347a7bead043c6"/>
    <p:sldLayoutId xmlns:r="http://schemas.openxmlformats.org/officeDocument/2006/relationships" id="2147483653" r:id="Rbd92133f126d459b"/>
    <p:sldLayoutId xmlns:r="http://schemas.openxmlformats.org/officeDocument/2006/relationships" id="2147483654" r:id="R310de473f72b4709"/>
    <p:sldLayoutId xmlns:r="http://schemas.openxmlformats.org/officeDocument/2006/relationships" id="2147483655" r:id="R2740b6adef7f47f6"/>
    <p:sldLayoutId xmlns:r="http://schemas.openxmlformats.org/officeDocument/2006/relationships" id="2147483656" r:id="Rac4c805191b84763"/>
  </p:sldLayoutIdLst>
</p:sldMaster>
</file>

<file path=ppt/slideMasters/theme/theme1.xml><?xml version="1.0" encoding="utf-8"?>
<a:theme xmlns:a="http://schemas.openxmlformats.org/drawingml/2006/main" name="Rose Quartz">
  <a:themeElements>
    <a:clrScheme name="Rose Quartz">
      <a:dk1>
        <a:srgbClr val="831843"/>
      </a:dk1>
      <a:lt1>
        <a:srgbClr val="FFF1F2"/>
      </a:lt1>
      <a:dk2>
        <a:srgbClr val="9F1239"/>
      </a:dk2>
      <a:lt2>
        <a:srgbClr val="FCE7F3"/>
      </a:lt2>
      <a:accent1>
        <a:srgbClr val="FB7185"/>
      </a:accent1>
      <a:accent2>
        <a:srgbClr val="EC4899"/>
      </a:accent2>
      <a:accent3>
        <a:srgbClr val="F472B6"/>
      </a:accent3>
      <a:accent4>
        <a:srgbClr val="BE185D"/>
      </a:accent4>
      <a:accent5>
        <a:srgbClr val="831843"/>
      </a:accent5>
      <a:accent6>
        <a:srgbClr val="9F1239"/>
      </a:accent6>
      <a:hlink>
        <a:srgbClr val="FB7185"/>
      </a:hlink>
      <a:folHlink>
        <a:srgbClr val="9F1239"/>
      </a:folHlink>
    </a:clrScheme>
    <a:fontScheme name="Georgia">
      <a:majorFont>
        <a:latin typeface="Georgia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
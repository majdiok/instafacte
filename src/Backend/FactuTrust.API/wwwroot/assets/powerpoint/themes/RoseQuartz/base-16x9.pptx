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6cbf647fd894d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0b1da57ebe4065"/>
  </p:sldMasterIdLst>
  <p:notesMasterIdLst>
    <p:notesMasterId xmlns:r="http://schemas.openxmlformats.org/officeDocument/2006/relationships" r:id="R7010676b494e43f8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b1da57ebe4065" /><Relationship Type="http://schemas.openxmlformats.org/officeDocument/2006/relationships/notesMaster" Target="/ppt/notesMasters/notesMaster1.xml" Id="R7010676b494e43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331915003a24e17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6871a06d7471c" /><Relationship Type="http://schemas.openxmlformats.org/officeDocument/2006/relationships/slideLayout" Target="/ppt/slideLayouts/slideLayout2.xml" Id="R155aaba2c458423e" /><Relationship Type="http://schemas.openxmlformats.org/officeDocument/2006/relationships/slideLayout" Target="/ppt/slideLayouts/slideLayout3.xml" Id="R852a5f78073f42cc" /><Relationship Type="http://schemas.openxmlformats.org/officeDocument/2006/relationships/slideLayout" Target="/ppt/slideLayouts/slideLayout4.xml" Id="R604000042d4d43a6" /><Relationship Type="http://schemas.openxmlformats.org/officeDocument/2006/relationships/slideLayout" Target="/ppt/slideLayouts/slideLayout5.xml" Id="R7a7ee06c90bd4d14" /><Relationship Type="http://schemas.openxmlformats.org/officeDocument/2006/relationships/slideLayout" Target="/ppt/slideLayouts/slideLayout6.xml" Id="R6ef082a5d4d041b6" /><Relationship Type="http://schemas.openxmlformats.org/officeDocument/2006/relationships/slideLayout" Target="/ppt/slideLayouts/slideLayout7.xml" Id="R223fcd62d21b4111" /><Relationship Type="http://schemas.openxmlformats.org/officeDocument/2006/relationships/slideLayout" Target="/ppt/slideLayouts/slideLayout8.xml" Id="R93d947d5f7e44d16" /><Relationship Type="http://schemas.openxmlformats.org/officeDocument/2006/relationships/theme" Target="/ppt/slideMasters/theme/theme1.xml" Id="Rb9f4738aba8743a8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CE7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0"/>
            <a:ext cx="5120640" cy="6858000"/>
          </a:xfrm>
          <a:prstGeom xmlns:a="http://schemas.openxmlformats.org/drawingml/2006/main" prst="rect"/>
          <a:solidFill xmlns:a="http://schemas.openxmlformats.org/drawingml/2006/main">
            <a:srgbClr val="FFE4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6871a06d7471c"/>
    <p:sldLayoutId xmlns:r="http://schemas.openxmlformats.org/officeDocument/2006/relationships" id="2147483650" r:id="R155aaba2c458423e"/>
    <p:sldLayoutId xmlns:r="http://schemas.openxmlformats.org/officeDocument/2006/relationships" id="2147483651" r:id="R852a5f78073f42cc"/>
    <p:sldLayoutId xmlns:r="http://schemas.openxmlformats.org/officeDocument/2006/relationships" id="2147483652" r:id="R604000042d4d43a6"/>
    <p:sldLayoutId xmlns:r="http://schemas.openxmlformats.org/officeDocument/2006/relationships" id="2147483653" r:id="R7a7ee06c90bd4d14"/>
    <p:sldLayoutId xmlns:r="http://schemas.openxmlformats.org/officeDocument/2006/relationships" id="2147483654" r:id="R6ef082a5d4d041b6"/>
    <p:sldLayoutId xmlns:r="http://schemas.openxmlformats.org/officeDocument/2006/relationships" id="2147483655" r:id="R223fcd62d21b4111"/>
    <p:sldLayoutId xmlns:r="http://schemas.openxmlformats.org/officeDocument/2006/relationships" id="2147483656" r:id="R93d947d5f7e44d16"/>
  </p:sldLayoutIdLst>
</p:sldMaster>
</file>

<file path=ppt/slideMasters/theme/theme1.xml><?xml version="1.0" encoding="utf-8"?>
<a:theme xmlns:a="http://schemas.openxmlformats.org/drawingml/2006/main" name="Rose Quartz">
  <a:themeElements>
    <a:clrScheme name="Rose Quartz">
      <a:dk1>
        <a:srgbClr val="831843"/>
      </a:dk1>
      <a:lt1>
        <a:srgbClr val="FFF1F2"/>
      </a:lt1>
      <a:dk2>
        <a:srgbClr val="9F1239"/>
      </a:dk2>
      <a:lt2>
        <a:srgbClr val="FCE7F3"/>
      </a:lt2>
      <a:accent1>
        <a:srgbClr val="FB7185"/>
      </a:accent1>
      <a:accent2>
        <a:srgbClr val="EC4899"/>
      </a:accent2>
      <a:accent3>
        <a:srgbClr val="F472B6"/>
      </a:accent3>
      <a:accent4>
        <a:srgbClr val="BE185D"/>
      </a:accent4>
      <a:accent5>
        <a:srgbClr val="831843"/>
      </a:accent5>
      <a:accent6>
        <a:srgbClr val="9F1239"/>
      </a:accent6>
      <a:hlink>
        <a:srgbClr val="FB7185"/>
      </a:hlink>
      <a:folHlink>
        <a:srgbClr val="9F1239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
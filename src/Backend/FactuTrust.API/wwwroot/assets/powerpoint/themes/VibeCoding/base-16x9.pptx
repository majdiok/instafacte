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6f25403bc649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ee8cfebb64b45"/>
  </p:sldMasterIdLst>
  <p:notesMasterIdLst>
    <p:notesMasterId xmlns:r="http://schemas.openxmlformats.org/officeDocument/2006/relationships" r:id="Ra179bcd50d5f4495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ee8cfebb64b45" /><Relationship Type="http://schemas.openxmlformats.org/officeDocument/2006/relationships/notesMaster" Target="/ppt/notesMasters/notesMaster1.xml" Id="Ra179bcd50d5f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9c3290d39f04d5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4b03a15e44bb" /><Relationship Type="http://schemas.openxmlformats.org/officeDocument/2006/relationships/slideLayout" Target="/ppt/slideLayouts/slideLayout2.xml" Id="R2e88710952664303" /><Relationship Type="http://schemas.openxmlformats.org/officeDocument/2006/relationships/slideLayout" Target="/ppt/slideLayouts/slideLayout3.xml" Id="R9bd5382f7b304507" /><Relationship Type="http://schemas.openxmlformats.org/officeDocument/2006/relationships/slideLayout" Target="/ppt/slideLayouts/slideLayout4.xml" Id="Re98920b5e234496f" /><Relationship Type="http://schemas.openxmlformats.org/officeDocument/2006/relationships/slideLayout" Target="/ppt/slideLayouts/slideLayout5.xml" Id="R7a323cfd6a4741ea" /><Relationship Type="http://schemas.openxmlformats.org/officeDocument/2006/relationships/slideLayout" Target="/ppt/slideLayouts/slideLayout6.xml" Id="R091f860c41d5443e" /><Relationship Type="http://schemas.openxmlformats.org/officeDocument/2006/relationships/slideLayout" Target="/ppt/slideLayouts/slideLayout7.xml" Id="Rea32d7633a114e27" /><Relationship Type="http://schemas.openxmlformats.org/officeDocument/2006/relationships/slideLayout" Target="/ppt/slideLayouts/slideLayout8.xml" Id="R25fcccc311a84c97" /><Relationship Type="http://schemas.openxmlformats.org/officeDocument/2006/relationships/theme" Target="/ppt/slideMasters/theme/theme1.xml" Id="R52ee43d84aa64e0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E0E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14b03a15e44bb"/>
    <p:sldLayoutId xmlns:r="http://schemas.openxmlformats.org/officeDocument/2006/relationships" id="2147483650" r:id="R2e88710952664303"/>
    <p:sldLayoutId xmlns:r="http://schemas.openxmlformats.org/officeDocument/2006/relationships" id="2147483651" r:id="R9bd5382f7b304507"/>
    <p:sldLayoutId xmlns:r="http://schemas.openxmlformats.org/officeDocument/2006/relationships" id="2147483652" r:id="Re98920b5e234496f"/>
    <p:sldLayoutId xmlns:r="http://schemas.openxmlformats.org/officeDocument/2006/relationships" id="2147483653" r:id="R7a323cfd6a4741ea"/>
    <p:sldLayoutId xmlns:r="http://schemas.openxmlformats.org/officeDocument/2006/relationships" id="2147483654" r:id="R091f860c41d5443e"/>
    <p:sldLayoutId xmlns:r="http://schemas.openxmlformats.org/officeDocument/2006/relationships" id="2147483655" r:id="Rea32d7633a114e27"/>
    <p:sldLayoutId xmlns:r="http://schemas.openxmlformats.org/officeDocument/2006/relationships" id="2147483656" r:id="R25fcccc311a84c97"/>
  </p:sldLayoutIdLst>
</p:sldMaster>
</file>

<file path=ppt/slideMasters/theme/theme1.xml><?xml version="1.0" encoding="utf-8"?>
<a:theme xmlns:a="http://schemas.openxmlformats.org/drawingml/2006/main" name="Vibe Coding">
  <a:themeElements>
    <a:clrScheme name="Vibe Coding">
      <a:dk1>
        <a:srgbClr val="18181B"/>
      </a:dk1>
      <a:lt1>
        <a:srgbClr val="FFFFFF"/>
      </a:lt1>
      <a:dk2>
        <a:srgbClr val="3F3F46"/>
      </a:dk2>
      <a:lt2>
        <a:srgbClr val="FAFAFA"/>
      </a:lt2>
      <a:accent1>
        <a:srgbClr val="6366F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6366F1"/>
      </a:hlink>
      <a:folHlink>
        <a:srgbClr val="3F3F46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
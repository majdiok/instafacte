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cce9746ac6e40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4df4dc58aa4634"/>
  </p:sldMasterIdLst>
  <p:notesMasterIdLst>
    <p:notesMasterId xmlns:r="http://schemas.openxmlformats.org/officeDocument/2006/relationships" r:id="R23db2aa872214379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df4dc58aa4634" /><Relationship Type="http://schemas.openxmlformats.org/officeDocument/2006/relationships/notesMaster" Target="/ppt/notesMasters/notesMaster1.xml" Id="R23db2aa87221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af23135888243cb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62a024ae24f89" /><Relationship Type="http://schemas.openxmlformats.org/officeDocument/2006/relationships/slideLayout" Target="/ppt/slideLayouts/slideLayout2.xml" Id="R2e211521e1524533" /><Relationship Type="http://schemas.openxmlformats.org/officeDocument/2006/relationships/slideLayout" Target="/ppt/slideLayouts/slideLayout3.xml" Id="R9d3ff94524d94ef7" /><Relationship Type="http://schemas.openxmlformats.org/officeDocument/2006/relationships/slideLayout" Target="/ppt/slideLayouts/slideLayout4.xml" Id="Rc40bc415bf5d4c5c" /><Relationship Type="http://schemas.openxmlformats.org/officeDocument/2006/relationships/slideLayout" Target="/ppt/slideLayouts/slideLayout5.xml" Id="R3ccc835b23b84f72" /><Relationship Type="http://schemas.openxmlformats.org/officeDocument/2006/relationships/slideLayout" Target="/ppt/slideLayouts/slideLayout6.xml" Id="R63b27a97e1714874" /><Relationship Type="http://schemas.openxmlformats.org/officeDocument/2006/relationships/slideLayout" Target="/ppt/slideLayouts/slideLayout7.xml" Id="R8a3e3bd7b6d74cb0" /><Relationship Type="http://schemas.openxmlformats.org/officeDocument/2006/relationships/slideLayout" Target="/ppt/slideLayouts/slideLayout8.xml" Id="Rc1d4c096f508432a" /><Relationship Type="http://schemas.openxmlformats.org/officeDocument/2006/relationships/theme" Target="/ppt/slideMasters/theme/theme1.xml" Id="Rc6b2ca4be5f4455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AFA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0"/>
            <a:ext cx="3840480" cy="6858000"/>
          </a:xfrm>
          <a:prstGeom xmlns:a="http://schemas.openxmlformats.org/drawingml/2006/main" prst="rect"/>
          <a:solidFill xmlns:a="http://schemas.openxmlformats.org/drawingml/2006/main">
            <a:srgbClr val="E0E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362a024ae24f89"/>
    <p:sldLayoutId xmlns:r="http://schemas.openxmlformats.org/officeDocument/2006/relationships" id="2147483650" r:id="R2e211521e1524533"/>
    <p:sldLayoutId xmlns:r="http://schemas.openxmlformats.org/officeDocument/2006/relationships" id="2147483651" r:id="R9d3ff94524d94ef7"/>
    <p:sldLayoutId xmlns:r="http://schemas.openxmlformats.org/officeDocument/2006/relationships" id="2147483652" r:id="Rc40bc415bf5d4c5c"/>
    <p:sldLayoutId xmlns:r="http://schemas.openxmlformats.org/officeDocument/2006/relationships" id="2147483653" r:id="R3ccc835b23b84f72"/>
    <p:sldLayoutId xmlns:r="http://schemas.openxmlformats.org/officeDocument/2006/relationships" id="2147483654" r:id="R63b27a97e1714874"/>
    <p:sldLayoutId xmlns:r="http://schemas.openxmlformats.org/officeDocument/2006/relationships" id="2147483655" r:id="R8a3e3bd7b6d74cb0"/>
    <p:sldLayoutId xmlns:r="http://schemas.openxmlformats.org/officeDocument/2006/relationships" id="2147483656" r:id="Rc1d4c096f508432a"/>
  </p:sldLayoutIdLst>
</p:sldMaster>
</file>

<file path=ppt/slideMasters/theme/theme1.xml><?xml version="1.0" encoding="utf-8"?>
<a:theme xmlns:a="http://schemas.openxmlformats.org/drawingml/2006/main" name="Vibe Coding">
  <a:themeElements>
    <a:clrScheme name="Vibe Coding">
      <a:dk1>
        <a:srgbClr val="18181B"/>
      </a:dk1>
      <a:lt1>
        <a:srgbClr val="FFFFFF"/>
      </a:lt1>
      <a:dk2>
        <a:srgbClr val="3F3F46"/>
      </a:dk2>
      <a:lt2>
        <a:srgbClr val="FAFAFA"/>
      </a:lt2>
      <a:accent1>
        <a:srgbClr val="6366F1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6366F1"/>
      </a:hlink>
      <a:folHlink>
        <a:srgbClr val="3F3F46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
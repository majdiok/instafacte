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f711fab2f1c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b26a8ff8743da"/>
  </p:sldMasterIdLst>
  <p:notesMasterIdLst>
    <p:notesMasterId xmlns:r="http://schemas.openxmlformats.org/officeDocument/2006/relationships" r:id="R2c5d01a89a284e51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b26a8ff8743da" /><Relationship Type="http://schemas.openxmlformats.org/officeDocument/2006/relationships/notesMaster" Target="/ppt/notesMasters/notesMaster1.xml" Id="R2c5d01a89a28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71e83f470594d26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6a0cad1644de1" /><Relationship Type="http://schemas.openxmlformats.org/officeDocument/2006/relationships/slideLayout" Target="/ppt/slideLayouts/slideLayout2.xml" Id="R131176d97abe4965" /><Relationship Type="http://schemas.openxmlformats.org/officeDocument/2006/relationships/slideLayout" Target="/ppt/slideLayouts/slideLayout3.xml" Id="Ra28c2d8e82034d70" /><Relationship Type="http://schemas.openxmlformats.org/officeDocument/2006/relationships/slideLayout" Target="/ppt/slideLayouts/slideLayout4.xml" Id="R50ea3931837d4296" /><Relationship Type="http://schemas.openxmlformats.org/officeDocument/2006/relationships/slideLayout" Target="/ppt/slideLayouts/slideLayout5.xml" Id="R7e7dac90071d4c3f" /><Relationship Type="http://schemas.openxmlformats.org/officeDocument/2006/relationships/slideLayout" Target="/ppt/slideLayouts/slideLayout6.xml" Id="R901508255cae4f4f" /><Relationship Type="http://schemas.openxmlformats.org/officeDocument/2006/relationships/slideLayout" Target="/ppt/slideLayouts/slideLayout7.xml" Id="R7a0c29b4b57f4965" /><Relationship Type="http://schemas.openxmlformats.org/officeDocument/2006/relationships/slideLayout" Target="/ppt/slideLayouts/slideLayout8.xml" Id="Ra11ad81c75b84263" /><Relationship Type="http://schemas.openxmlformats.org/officeDocument/2006/relationships/theme" Target="/ppt/slideMasters/theme/theme1.xml" Id="R5f6cb171839f416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0"/>
            <a:ext cx="5120640" cy="6858000"/>
          </a:xfrm>
          <a:prstGeom xmlns:a="http://schemas.openxmlformats.org/drawingml/2006/main" prst="rect"/>
          <a:solidFill xmlns:a="http://schemas.openxmlformats.org/drawingml/2006/main">
            <a:srgbClr val="F5F5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46a0cad1644de1"/>
    <p:sldLayoutId xmlns:r="http://schemas.openxmlformats.org/officeDocument/2006/relationships" id="2147483650" r:id="R131176d97abe4965"/>
    <p:sldLayoutId xmlns:r="http://schemas.openxmlformats.org/officeDocument/2006/relationships" id="2147483651" r:id="Ra28c2d8e82034d70"/>
    <p:sldLayoutId xmlns:r="http://schemas.openxmlformats.org/officeDocument/2006/relationships" id="2147483652" r:id="R50ea3931837d4296"/>
    <p:sldLayoutId xmlns:r="http://schemas.openxmlformats.org/officeDocument/2006/relationships" id="2147483653" r:id="R7e7dac90071d4c3f"/>
    <p:sldLayoutId xmlns:r="http://schemas.openxmlformats.org/officeDocument/2006/relationships" id="2147483654" r:id="R901508255cae4f4f"/>
    <p:sldLayoutId xmlns:r="http://schemas.openxmlformats.org/officeDocument/2006/relationships" id="2147483655" r:id="R7a0c29b4b57f4965"/>
    <p:sldLayoutId xmlns:r="http://schemas.openxmlformats.org/officeDocument/2006/relationships" id="2147483656" r:id="Ra11ad81c75b84263"/>
  </p:sldLayoutIdLst>
</p:sldMaster>
</file>

<file path=ppt/slideMasters/theme/theme1.xml><?xml version="1.0" encoding="utf-8"?>
<a:theme xmlns:a="http://schemas.openxmlformats.org/drawingml/2006/main" name="Scandi Calm">
  <a:themeElements>
    <a:clrScheme name="Scandi Calm">
      <a:dk1>
        <a:srgbClr val="292524"/>
      </a:dk1>
      <a:lt1>
        <a:srgbClr val="FAFAF9"/>
      </a:lt1>
      <a:dk2>
        <a:srgbClr val="57534E"/>
      </a:dk2>
      <a:lt2>
        <a:srgbClr val="F5F5F4"/>
      </a:lt2>
      <a:accent1>
        <a:srgbClr val="A8A29E"/>
      </a:accent1>
      <a:accent2>
        <a:srgbClr val="D6D3D1"/>
      </a:accent2>
      <a:accent3>
        <a:srgbClr val="78716C"/>
      </a:accent3>
      <a:accent4>
        <a:srgbClr val="44403C"/>
      </a:accent4>
      <a:accent5>
        <a:srgbClr val="E7E5E4"/>
      </a:accent5>
      <a:accent6>
        <a:srgbClr val="0C4A6E"/>
      </a:accent6>
      <a:hlink>
        <a:srgbClr val="A8A29E"/>
      </a:hlink>
      <a:folHlink>
        <a:srgbClr val="57534E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
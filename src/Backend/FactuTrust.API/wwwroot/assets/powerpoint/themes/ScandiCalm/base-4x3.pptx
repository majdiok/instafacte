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ecc5ab3db954e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0335de91974779"/>
  </p:sldMasterIdLst>
  <p:notesMasterIdLst>
    <p:notesMasterId xmlns:r="http://schemas.openxmlformats.org/officeDocument/2006/relationships" r:id="Rf49bb49ec74c4cb0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0335de91974779" /><Relationship Type="http://schemas.openxmlformats.org/officeDocument/2006/relationships/notesMaster" Target="/ppt/notesMasters/notesMaster1.xml" Id="Rf49bb49ec74c4c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c4ec0f56fdb54970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b10fd4cb647ea" /><Relationship Type="http://schemas.openxmlformats.org/officeDocument/2006/relationships/slideLayout" Target="/ppt/slideLayouts/slideLayout2.xml" Id="Rf7288b13662b4b84" /><Relationship Type="http://schemas.openxmlformats.org/officeDocument/2006/relationships/slideLayout" Target="/ppt/slideLayouts/slideLayout3.xml" Id="R90ccf1e2ee4b47c2" /><Relationship Type="http://schemas.openxmlformats.org/officeDocument/2006/relationships/slideLayout" Target="/ppt/slideLayouts/slideLayout4.xml" Id="R18de562756ee428c" /><Relationship Type="http://schemas.openxmlformats.org/officeDocument/2006/relationships/slideLayout" Target="/ppt/slideLayouts/slideLayout5.xml" Id="R5fc8b6b915d4464b" /><Relationship Type="http://schemas.openxmlformats.org/officeDocument/2006/relationships/slideLayout" Target="/ppt/slideLayouts/slideLayout6.xml" Id="R760956b74776494d" /><Relationship Type="http://schemas.openxmlformats.org/officeDocument/2006/relationships/slideLayout" Target="/ppt/slideLayouts/slideLayout7.xml" Id="R926dcfec2ccc4ece" /><Relationship Type="http://schemas.openxmlformats.org/officeDocument/2006/relationships/slideLayout" Target="/ppt/slideLayouts/slideLayout8.xml" Id="Rdad7628519d24aa1" /><Relationship Type="http://schemas.openxmlformats.org/officeDocument/2006/relationships/theme" Target="/ppt/slideMasters/theme/theme1.xml" Id="R8557b91658194e7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5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0"/>
            <a:ext cx="3840480" cy="6858000"/>
          </a:xfrm>
          <a:prstGeom xmlns:a="http://schemas.openxmlformats.org/drawingml/2006/main" prst="rect"/>
          <a:solidFill xmlns:a="http://schemas.openxmlformats.org/drawingml/2006/main">
            <a:srgbClr val="F5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5b10fd4cb647ea"/>
    <p:sldLayoutId xmlns:r="http://schemas.openxmlformats.org/officeDocument/2006/relationships" id="2147483650" r:id="Rf7288b13662b4b84"/>
    <p:sldLayoutId xmlns:r="http://schemas.openxmlformats.org/officeDocument/2006/relationships" id="2147483651" r:id="R90ccf1e2ee4b47c2"/>
    <p:sldLayoutId xmlns:r="http://schemas.openxmlformats.org/officeDocument/2006/relationships" id="2147483652" r:id="R18de562756ee428c"/>
    <p:sldLayoutId xmlns:r="http://schemas.openxmlformats.org/officeDocument/2006/relationships" id="2147483653" r:id="R5fc8b6b915d4464b"/>
    <p:sldLayoutId xmlns:r="http://schemas.openxmlformats.org/officeDocument/2006/relationships" id="2147483654" r:id="R760956b74776494d"/>
    <p:sldLayoutId xmlns:r="http://schemas.openxmlformats.org/officeDocument/2006/relationships" id="2147483655" r:id="R926dcfec2ccc4ece"/>
    <p:sldLayoutId xmlns:r="http://schemas.openxmlformats.org/officeDocument/2006/relationships" id="2147483656" r:id="Rdad7628519d24aa1"/>
  </p:sldLayoutIdLst>
</p:sldMaster>
</file>

<file path=ppt/slideMasters/theme/theme1.xml><?xml version="1.0" encoding="utf-8"?>
<a:theme xmlns:a="http://schemas.openxmlformats.org/drawingml/2006/main" name="Scandi Calm">
  <a:themeElements>
    <a:clrScheme name="Scandi Calm">
      <a:dk1>
        <a:srgbClr val="292524"/>
      </a:dk1>
      <a:lt1>
        <a:srgbClr val="FAFAF9"/>
      </a:lt1>
      <a:dk2>
        <a:srgbClr val="57534E"/>
      </a:dk2>
      <a:lt2>
        <a:srgbClr val="F5F5F4"/>
      </a:lt2>
      <a:accent1>
        <a:srgbClr val="A8A29E"/>
      </a:accent1>
      <a:accent2>
        <a:srgbClr val="D6D3D1"/>
      </a:accent2>
      <a:accent3>
        <a:srgbClr val="78716C"/>
      </a:accent3>
      <a:accent4>
        <a:srgbClr val="44403C"/>
      </a:accent4>
      <a:accent5>
        <a:srgbClr val="E7E5E4"/>
      </a:accent5>
      <a:accent6>
        <a:srgbClr val="0C4A6E"/>
      </a:accent6>
      <a:hlink>
        <a:srgbClr val="A8A29E"/>
      </a:hlink>
      <a:folHlink>
        <a:srgbClr val="57534E"/>
      </a:folHlink>
    </a:clrScheme>
    <a:fontScheme name="Georgia">
      <a:majorFont>
        <a:latin typeface="Georgia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
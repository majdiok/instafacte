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70741f15da34f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924427608d4825"/>
  </p:sldMasterIdLst>
  <p:notesMasterIdLst>
    <p:notesMasterId xmlns:r="http://schemas.openxmlformats.org/officeDocument/2006/relationships" r:id="R68e3f86b19c44707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24427608d4825" /><Relationship Type="http://schemas.openxmlformats.org/officeDocument/2006/relationships/notesMaster" Target="/ppt/notesMasters/notesMaster1.xml" Id="R68e3f86b19c447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35559885d8474b9c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003f902f14d89" /><Relationship Type="http://schemas.openxmlformats.org/officeDocument/2006/relationships/slideLayout" Target="/ppt/slideLayouts/slideLayout2.xml" Id="R3ed7c4b7b52d46b1" /><Relationship Type="http://schemas.openxmlformats.org/officeDocument/2006/relationships/slideLayout" Target="/ppt/slideLayouts/slideLayout3.xml" Id="Ra695c53071df4d40" /><Relationship Type="http://schemas.openxmlformats.org/officeDocument/2006/relationships/slideLayout" Target="/ppt/slideLayouts/slideLayout4.xml" Id="Ra073634920604904" /><Relationship Type="http://schemas.openxmlformats.org/officeDocument/2006/relationships/slideLayout" Target="/ppt/slideLayouts/slideLayout5.xml" Id="R25dd61f32d1046ec" /><Relationship Type="http://schemas.openxmlformats.org/officeDocument/2006/relationships/slideLayout" Target="/ppt/slideLayouts/slideLayout6.xml" Id="R47fa1bf9d4eb42a9" /><Relationship Type="http://schemas.openxmlformats.org/officeDocument/2006/relationships/slideLayout" Target="/ppt/slideLayouts/slideLayout7.xml" Id="R66bd3f0aef58413d" /><Relationship Type="http://schemas.openxmlformats.org/officeDocument/2006/relationships/slideLayout" Target="/ppt/slideLayouts/slideLayout8.xml" Id="R7e68f63b2ea44cc1" /><Relationship Type="http://schemas.openxmlformats.org/officeDocument/2006/relationships/theme" Target="/ppt/slideMasters/theme/theme1.xml" Id="R1fb0a13e7f1e40d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0C0A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a003f902f14d89"/>
    <p:sldLayoutId xmlns:r="http://schemas.openxmlformats.org/officeDocument/2006/relationships" id="2147483650" r:id="R3ed7c4b7b52d46b1"/>
    <p:sldLayoutId xmlns:r="http://schemas.openxmlformats.org/officeDocument/2006/relationships" id="2147483651" r:id="Ra695c53071df4d40"/>
    <p:sldLayoutId xmlns:r="http://schemas.openxmlformats.org/officeDocument/2006/relationships" id="2147483652" r:id="Ra073634920604904"/>
    <p:sldLayoutId xmlns:r="http://schemas.openxmlformats.org/officeDocument/2006/relationships" id="2147483653" r:id="R25dd61f32d1046ec"/>
    <p:sldLayoutId xmlns:r="http://schemas.openxmlformats.org/officeDocument/2006/relationships" id="2147483654" r:id="R47fa1bf9d4eb42a9"/>
    <p:sldLayoutId xmlns:r="http://schemas.openxmlformats.org/officeDocument/2006/relationships" id="2147483655" r:id="R66bd3f0aef58413d"/>
    <p:sldLayoutId xmlns:r="http://schemas.openxmlformats.org/officeDocument/2006/relationships" id="2147483656" r:id="R7e68f63b2ea44cc1"/>
  </p:sldLayoutIdLst>
</p:sldMaster>
</file>

<file path=ppt/slideMasters/theme/theme1.xml><?xml version="1.0" encoding="utf-8"?>
<a:theme xmlns:a="http://schemas.openxmlformats.org/drawingml/2006/main" name="Electric">
  <a:themeElements>
    <a:clrScheme name="Electric">
      <a:dk1>
        <a:srgbClr val="ECFEFF"/>
      </a:dk1>
      <a:lt1>
        <a:srgbClr val="0C0A09"/>
      </a:lt1>
      <a:dk2>
        <a:srgbClr val="67E8F9"/>
      </a:dk2>
      <a:lt2>
        <a:srgbClr val="1C1917"/>
      </a:lt2>
      <a:accent1>
        <a:srgbClr val="06B6D4"/>
      </a:accent1>
      <a:accent2>
        <a:srgbClr val="34D399"/>
      </a:accent2>
      <a:accent3>
        <a:srgbClr val="D97706"/>
      </a:accent3>
      <a:accent4>
        <a:srgbClr val="F87171"/>
      </a:accent4>
      <a:accent5>
        <a:srgbClr val="7C3AED"/>
      </a:accent5>
      <a:accent6>
        <a:srgbClr val="0891B2"/>
      </a:accent6>
      <a:hlink>
        <a:srgbClr val="06B6D4"/>
      </a:hlink>
      <a:folHlink>
        <a:srgbClr val="67E8F9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
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229005e40ae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01faec2a1b4690"/>
  </p:sldMasterIdLst>
  <p:notesMasterIdLst>
    <p:notesMasterId xmlns:r="http://schemas.openxmlformats.org/officeDocument/2006/relationships" r:id="R95e7c94e59cc4463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faec2a1b4690" /><Relationship Type="http://schemas.openxmlformats.org/officeDocument/2006/relationships/notesMaster" Target="/ppt/notesMasters/notesMaster1.xml" Id="R95e7c94e59cc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639abd867314bb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7fbee14848e6" /><Relationship Type="http://schemas.openxmlformats.org/officeDocument/2006/relationships/slideLayout" Target="/ppt/slideLayouts/slideLayout2.xml" Id="Rff91a575b04e47f5" /><Relationship Type="http://schemas.openxmlformats.org/officeDocument/2006/relationships/slideLayout" Target="/ppt/slideLayouts/slideLayout3.xml" Id="R27dfa4a255874595" /><Relationship Type="http://schemas.openxmlformats.org/officeDocument/2006/relationships/slideLayout" Target="/ppt/slideLayouts/slideLayout4.xml" Id="Rb801ab4464a249a3" /><Relationship Type="http://schemas.openxmlformats.org/officeDocument/2006/relationships/slideLayout" Target="/ppt/slideLayouts/slideLayout5.xml" Id="Re7cf1f36959844f2" /><Relationship Type="http://schemas.openxmlformats.org/officeDocument/2006/relationships/slideLayout" Target="/ppt/slideLayouts/slideLayout6.xml" Id="R23e3f36f6834415a" /><Relationship Type="http://schemas.openxmlformats.org/officeDocument/2006/relationships/slideLayout" Target="/ppt/slideLayouts/slideLayout7.xml" Id="R1208e1672a964237" /><Relationship Type="http://schemas.openxmlformats.org/officeDocument/2006/relationships/slideLayout" Target="/ppt/slideLayouts/slideLayout8.xml" Id="R45e111a1c6504357" /><Relationship Type="http://schemas.openxmlformats.org/officeDocument/2006/relationships/theme" Target="/ppt/slideMasters/theme/theme1.xml" Id="R2bf86a0020a542a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C0A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b7fbee14848e6"/>
    <p:sldLayoutId xmlns:r="http://schemas.openxmlformats.org/officeDocument/2006/relationships" id="2147483650" r:id="Rff91a575b04e47f5"/>
    <p:sldLayoutId xmlns:r="http://schemas.openxmlformats.org/officeDocument/2006/relationships" id="2147483651" r:id="R27dfa4a255874595"/>
    <p:sldLayoutId xmlns:r="http://schemas.openxmlformats.org/officeDocument/2006/relationships" id="2147483652" r:id="Rb801ab4464a249a3"/>
    <p:sldLayoutId xmlns:r="http://schemas.openxmlformats.org/officeDocument/2006/relationships" id="2147483653" r:id="Re7cf1f36959844f2"/>
    <p:sldLayoutId xmlns:r="http://schemas.openxmlformats.org/officeDocument/2006/relationships" id="2147483654" r:id="R23e3f36f6834415a"/>
    <p:sldLayoutId xmlns:r="http://schemas.openxmlformats.org/officeDocument/2006/relationships" id="2147483655" r:id="R1208e1672a964237"/>
    <p:sldLayoutId xmlns:r="http://schemas.openxmlformats.org/officeDocument/2006/relationships" id="2147483656" r:id="R45e111a1c6504357"/>
  </p:sldLayoutIdLst>
</p:sldMaster>
</file>

<file path=ppt/slideMasters/theme/theme1.xml><?xml version="1.0" encoding="utf-8"?>
<a:theme xmlns:a="http://schemas.openxmlformats.org/drawingml/2006/main" name="Electric">
  <a:themeElements>
    <a:clrScheme name="Electric">
      <a:dk1>
        <a:srgbClr val="ECFEFF"/>
      </a:dk1>
      <a:lt1>
        <a:srgbClr val="0C0A09"/>
      </a:lt1>
      <a:dk2>
        <a:srgbClr val="67E8F9"/>
      </a:dk2>
      <a:lt2>
        <a:srgbClr val="1C1917"/>
      </a:lt2>
      <a:accent1>
        <a:srgbClr val="06B6D4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06B6D4"/>
      </a:hlink>
      <a:folHlink>
        <a:srgbClr val="67E8F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
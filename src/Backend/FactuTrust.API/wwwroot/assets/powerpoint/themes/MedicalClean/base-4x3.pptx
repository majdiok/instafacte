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6bc0e08980348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54a432a547435e"/>
  </p:sldMasterIdLst>
  <p:notesMasterIdLst>
    <p:notesMasterId xmlns:r="http://schemas.openxmlformats.org/officeDocument/2006/relationships" r:id="R006fcdc9af21425c"/>
  </p:notesMasterIdLst>
  <p:sldIdLst/>
  <p:sldSz cx="9144000" cy="6858000" type="screen4x3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54a432a547435e" /><Relationship Type="http://schemas.openxmlformats.org/officeDocument/2006/relationships/notesMaster" Target="/ppt/notesMasters/notesMaster1.xml" Id="R006fcdc9af2142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e18f1ad8b4d5426a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ca90b93334395" /><Relationship Type="http://schemas.openxmlformats.org/officeDocument/2006/relationships/slideLayout" Target="/ppt/slideLayouts/slideLayout2.xml" Id="Rb46aaebf3ab7439e" /><Relationship Type="http://schemas.openxmlformats.org/officeDocument/2006/relationships/slideLayout" Target="/ppt/slideLayouts/slideLayout3.xml" Id="R062cb9f261e14ddb" /><Relationship Type="http://schemas.openxmlformats.org/officeDocument/2006/relationships/slideLayout" Target="/ppt/slideLayouts/slideLayout4.xml" Id="R72b320492b6b448f" /><Relationship Type="http://schemas.openxmlformats.org/officeDocument/2006/relationships/slideLayout" Target="/ppt/slideLayouts/slideLayout5.xml" Id="R1c8dc9c279c04070" /><Relationship Type="http://schemas.openxmlformats.org/officeDocument/2006/relationships/slideLayout" Target="/ppt/slideLayouts/slideLayout6.xml" Id="Refb15194cc00427a" /><Relationship Type="http://schemas.openxmlformats.org/officeDocument/2006/relationships/slideLayout" Target="/ppt/slideLayouts/slideLayout7.xml" Id="R137fd53953f04b17" /><Relationship Type="http://schemas.openxmlformats.org/officeDocument/2006/relationships/slideLayout" Target="/ppt/slideLayouts/slideLayout8.xml" Id="R76fa74af1f0d4054" /><Relationship Type="http://schemas.openxmlformats.org/officeDocument/2006/relationships/theme" Target="/ppt/slideMasters/theme/theme1.xml" Id="Rc20e888d5a83462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/>
          <a:solidFill xmlns:a="http://schemas.openxmlformats.org/drawingml/2006/main">
            <a:srgbClr val="ECFD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7150"/>
          </a:xfrm>
          <a:prstGeom xmlns:a="http://schemas.openxmlformats.org/drawingml/2006/main" prst="rect"/>
          <a:solidFill xmlns:a="http://schemas.openxmlformats.org/drawingml/2006/main">
            <a:srgbClr val="0596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4" name="MasterBlock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86250"/>
            <a:ext cx="1714500" cy="1714500"/>
          </a:xfrm>
          <a:prstGeom xmlns:a="http://schemas.openxmlformats.org/drawingml/2006/main" prst="rect"/>
          <a:solidFill xmlns:a="http://schemas.openxmlformats.org/drawingml/2006/main">
            <a:srgbClr val="D1FAE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9ca90b93334395"/>
    <p:sldLayoutId xmlns:r="http://schemas.openxmlformats.org/officeDocument/2006/relationships" id="2147483650" r:id="Rb46aaebf3ab7439e"/>
    <p:sldLayoutId xmlns:r="http://schemas.openxmlformats.org/officeDocument/2006/relationships" id="2147483651" r:id="R062cb9f261e14ddb"/>
    <p:sldLayoutId xmlns:r="http://schemas.openxmlformats.org/officeDocument/2006/relationships" id="2147483652" r:id="R72b320492b6b448f"/>
    <p:sldLayoutId xmlns:r="http://schemas.openxmlformats.org/officeDocument/2006/relationships" id="2147483653" r:id="R1c8dc9c279c04070"/>
    <p:sldLayoutId xmlns:r="http://schemas.openxmlformats.org/officeDocument/2006/relationships" id="2147483654" r:id="Refb15194cc00427a"/>
    <p:sldLayoutId xmlns:r="http://schemas.openxmlformats.org/officeDocument/2006/relationships" id="2147483655" r:id="R137fd53953f04b17"/>
    <p:sldLayoutId xmlns:r="http://schemas.openxmlformats.org/officeDocument/2006/relationships" id="2147483656" r:id="R76fa74af1f0d4054"/>
  </p:sldLayoutIdLst>
</p:sldMaster>
</file>

<file path=ppt/slideMasters/theme/theme1.xml><?xml version="1.0" encoding="utf-8"?>
<a:theme xmlns:a="http://schemas.openxmlformats.org/drawingml/2006/main" name="Medical Clean">
  <a:themeElements>
    <a:clrScheme name="Medical Clean">
      <a:dk1>
        <a:srgbClr val="14532D"/>
      </a:dk1>
      <a:lt1>
        <a:srgbClr val="F0FDF4"/>
      </a:lt1>
      <a:dk2>
        <a:srgbClr val="166534"/>
      </a:dk2>
      <a:lt2>
        <a:srgbClr val="ECFDF5"/>
      </a:lt2>
      <a:accent1>
        <a:srgbClr val="059669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059669"/>
      </a:hlink>
      <a:folHlink>
        <a:srgbClr val="166534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
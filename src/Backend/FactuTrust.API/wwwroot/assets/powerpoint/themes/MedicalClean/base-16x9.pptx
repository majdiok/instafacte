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a3b5ef0060940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8694e828a343c2"/>
  </p:sldMasterIdLst>
  <p:notesMasterIdLst>
    <p:notesMasterId xmlns:r="http://schemas.openxmlformats.org/officeDocument/2006/relationships" r:id="Raa799f137f164c7d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694e828a343c2" /><Relationship Type="http://schemas.openxmlformats.org/officeDocument/2006/relationships/notesMaster" Target="/ppt/notesMasters/notesMaster1.xml" Id="Raa799f137f164c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51d574fe45f4c0d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909b93b6a4aa8" /><Relationship Type="http://schemas.openxmlformats.org/officeDocument/2006/relationships/slideLayout" Target="/ppt/slideLayouts/slideLayout2.xml" Id="Rd75093ba58f44b52" /><Relationship Type="http://schemas.openxmlformats.org/officeDocument/2006/relationships/slideLayout" Target="/ppt/slideLayouts/slideLayout3.xml" Id="R787c6cd679be4e28" /><Relationship Type="http://schemas.openxmlformats.org/officeDocument/2006/relationships/slideLayout" Target="/ppt/slideLayouts/slideLayout4.xml" Id="R1096ab3af3bc4035" /><Relationship Type="http://schemas.openxmlformats.org/officeDocument/2006/relationships/slideLayout" Target="/ppt/slideLayouts/slideLayout5.xml" Id="R6cecabffb13d48c5" /><Relationship Type="http://schemas.openxmlformats.org/officeDocument/2006/relationships/slideLayout" Target="/ppt/slideLayouts/slideLayout6.xml" Id="Red5e80e706d34471" /><Relationship Type="http://schemas.openxmlformats.org/officeDocument/2006/relationships/slideLayout" Target="/ppt/slideLayouts/slideLayout7.xml" Id="R65e4462462604621" /><Relationship Type="http://schemas.openxmlformats.org/officeDocument/2006/relationships/slideLayout" Target="/ppt/slideLayouts/slideLayout8.xml" Id="Rca7f3fd5e7a944be" /><Relationship Type="http://schemas.openxmlformats.org/officeDocument/2006/relationships/theme" Target="/ppt/slideMasters/theme/theme1.xml" Id="R447f847c5a45416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CFD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/>
          <a:solidFill xmlns:a="http://schemas.openxmlformats.org/drawingml/2006/main">
            <a:srgbClr val="0596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Blo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86250"/>
            <a:ext cx="1714500" cy="1714500"/>
          </a:xfrm>
          <a:prstGeom xmlns:a="http://schemas.openxmlformats.org/drawingml/2006/main" prst="rect"/>
          <a:solidFill xmlns:a="http://schemas.openxmlformats.org/drawingml/2006/main">
            <a:srgbClr val="D1F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c909b93b6a4aa8"/>
    <p:sldLayoutId xmlns:r="http://schemas.openxmlformats.org/officeDocument/2006/relationships" id="2147483650" r:id="Rd75093ba58f44b52"/>
    <p:sldLayoutId xmlns:r="http://schemas.openxmlformats.org/officeDocument/2006/relationships" id="2147483651" r:id="R787c6cd679be4e28"/>
    <p:sldLayoutId xmlns:r="http://schemas.openxmlformats.org/officeDocument/2006/relationships" id="2147483652" r:id="R1096ab3af3bc4035"/>
    <p:sldLayoutId xmlns:r="http://schemas.openxmlformats.org/officeDocument/2006/relationships" id="2147483653" r:id="R6cecabffb13d48c5"/>
    <p:sldLayoutId xmlns:r="http://schemas.openxmlformats.org/officeDocument/2006/relationships" id="2147483654" r:id="Red5e80e706d34471"/>
    <p:sldLayoutId xmlns:r="http://schemas.openxmlformats.org/officeDocument/2006/relationships" id="2147483655" r:id="R65e4462462604621"/>
    <p:sldLayoutId xmlns:r="http://schemas.openxmlformats.org/officeDocument/2006/relationships" id="2147483656" r:id="Rca7f3fd5e7a944be"/>
  </p:sldLayoutIdLst>
</p:sldMaster>
</file>

<file path=ppt/slideMasters/theme/theme1.xml><?xml version="1.0" encoding="utf-8"?>
<a:theme xmlns:a="http://schemas.openxmlformats.org/drawingml/2006/main" name="Medical Clean">
  <a:themeElements>
    <a:clrScheme name="Medical Clean">
      <a:dk1>
        <a:srgbClr val="14532D"/>
      </a:dk1>
      <a:lt1>
        <a:srgbClr val="F0FDF4"/>
      </a:lt1>
      <a:dk2>
        <a:srgbClr val="166534"/>
      </a:dk2>
      <a:lt2>
        <a:srgbClr val="ECFDF5"/>
      </a:lt2>
      <a:accent1>
        <a:srgbClr val="05966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059669"/>
      </a:hlink>
      <a:folHlink>
        <a:srgbClr val="166534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
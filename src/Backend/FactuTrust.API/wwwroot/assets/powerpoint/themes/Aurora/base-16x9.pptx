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theme/theme1.xml" ContentType="application/vnd.openxmlformats-officedocument.theme+xml"/>
  <Override PartName="/ppt/notesMasters/notesMaster1.xml" ContentType="application/vnd.openxmlformats-officedocument.presentationml.notesMaster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e8d1447cec58495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4ea89db5ed443fe"/>
  </p:sldMasterIdLst>
  <p:notesMasterIdLst>
    <p:notesMasterId xmlns:r="http://schemas.openxmlformats.org/officeDocument/2006/relationships" r:id="R8b5e94395ada4bcf"/>
  </p:notesMasterIdLst>
  <p:sldIdLst/>
  <p:sldSz cx="12192000" cy="6858000" type="screen16x9"/>
  <p:notesSz cx="6858000" cy="9144000"/>
  <p:defaultTextStyle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4ea89db5ed443fe" /><Relationship Type="http://schemas.openxmlformats.org/officeDocument/2006/relationships/notesMaster" Target="/ppt/notesMasters/notesMaster1.xml" Id="R8b5e94395ada4bc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slideMasters/theme/theme1.xml" Id="Rdcad5752db384cc1" /></Relationships>
</file>

<file path=ppt/notesMasters/notesMaster1.xml><?xml version="1.0" encoding="utf-8"?>
<p:notes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/>
</p:notesMaster>
</file>

<file path=ppt/slideLayouts/slideLayout1.xml><?xml version="1.0" encoding="utf-8"?>
<p:sldLayout xmlns:p="http://schemas.openxmlformats.org/presentationml/2006/main" type="title">
  <p:cSld>
    <p:spTree>
      <p:nvGrpSpPr>
        <p:cNvPr id="1" name="Layout_Cover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2.xml><?xml version="1.0" encoding="utf-8"?>
<p:sldLayout xmlns:p="http://schemas.openxmlformats.org/presentationml/2006/main" type="blank">
  <p:cSld>
    <p:spTree>
      <p:nvGrpSpPr>
        <p:cNvPr id="1" name="Layout_TitleAndContent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3.xml><?xml version="1.0" encoding="utf-8"?>
<p:sldLayout xmlns:p="http://schemas.openxmlformats.org/presentationml/2006/main" type="blank">
  <p:cSld>
    <p:spTree>
      <p:nvGrpSpPr>
        <p:cNvPr id="1" name="Layout_TitleAndContent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4.xml><?xml version="1.0" encoding="utf-8"?>
<p:sldLayout xmlns:p="http://schemas.openxmlformats.org/presentationml/2006/main" type="blank">
  <p:cSld>
    <p:spTree>
      <p:nvGrpSpPr>
        <p:cNvPr id="1" name="Layout_Section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5.xml><?xml version="1.0" encoding="utf-8"?>
<p:sldLayout xmlns:p="http://schemas.openxmlformats.org/presentationml/2006/main" type="blank">
  <p:cSld>
    <p:spTree>
      <p:nvGrpSpPr>
        <p:cNvPr id="1" name="Layout_TitleAndContent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6.xml><?xml version="1.0" encoding="utf-8"?>
<p:sldLayout xmlns:p="http://schemas.openxmlformats.org/presentationml/2006/main" type="blank">
  <p:cSld>
    <p:spTree>
      <p:nvGrpSpPr>
        <p:cNvPr id="1" name="Layout_TwoColumn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7.xml><?xml version="1.0" encoding="utf-8"?>
<p:sldLayout xmlns:p="http://schemas.openxmlformats.org/presentationml/2006/main" type="blank">
  <p:cSld>
    <p:spTree>
      <p:nvGrpSpPr>
        <p:cNvPr id="1" name="Layout_Blank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8.xml><?xml version="1.0" encoding="utf-8"?>
<p:sldLayout xmlns:p="http://schemas.openxmlformats.org/presentationml/2006/main" type="blank">
  <p:cSld>
    <p:spTree>
      <p:nvGrpSpPr>
        <p:cNvPr id="1" name="Layout_Credits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e693a93e594bfa" /><Relationship Type="http://schemas.openxmlformats.org/officeDocument/2006/relationships/slideLayout" Target="/ppt/slideLayouts/slideLayout2.xml" Id="R5980b2d26bd94749" /><Relationship Type="http://schemas.openxmlformats.org/officeDocument/2006/relationships/slideLayout" Target="/ppt/slideLayouts/slideLayout3.xml" Id="R3264382886764c97" /><Relationship Type="http://schemas.openxmlformats.org/officeDocument/2006/relationships/slideLayout" Target="/ppt/slideLayouts/slideLayout4.xml" Id="R90ce059036544559" /><Relationship Type="http://schemas.openxmlformats.org/officeDocument/2006/relationships/slideLayout" Target="/ppt/slideLayouts/slideLayout5.xml" Id="R48ee868db51c4324" /><Relationship Type="http://schemas.openxmlformats.org/officeDocument/2006/relationships/slideLayout" Target="/ppt/slideLayouts/slideLayout6.xml" Id="Refa35a501f9f4bf1" /><Relationship Type="http://schemas.openxmlformats.org/officeDocument/2006/relationships/slideLayout" Target="/ppt/slideLayouts/slideLayout7.xml" Id="R0688786bea3d4afb" /><Relationship Type="http://schemas.openxmlformats.org/officeDocument/2006/relationships/slideLayout" Target="/ppt/slideLayouts/slideLayout8.xml" Id="R7d6926802f1f42b2" /><Relationship Type="http://schemas.openxmlformats.org/officeDocument/2006/relationships/theme" Target="/ppt/slideMasters/theme/theme1.xml" Id="R9f1eef315b0d4589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MasterBackgrou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/>
          <a:solidFill xmlns:a="http://schemas.openxmlformats.org/drawingml/2006/main">
            <a:srgbClr val="D1FAE5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endParaRPr lang="fr-FR"/>
          </a:p>
        </p:txBody>
      </p:sp>
      <p:sp>
        <p:nvSpPr>
          <p:cNvPr id="3" name="MasterAccentBar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/>
          <a:solidFill xmlns:a="http://schemas.openxmlformats.org/drawingml/2006/main">
            <a:srgbClr val="10B981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3e693a93e594bfa"/>
    <p:sldLayoutId xmlns:r="http://schemas.openxmlformats.org/officeDocument/2006/relationships" id="2147483650" r:id="R5980b2d26bd94749"/>
    <p:sldLayoutId xmlns:r="http://schemas.openxmlformats.org/officeDocument/2006/relationships" id="2147483651" r:id="R3264382886764c97"/>
    <p:sldLayoutId xmlns:r="http://schemas.openxmlformats.org/officeDocument/2006/relationships" id="2147483652" r:id="R90ce059036544559"/>
    <p:sldLayoutId xmlns:r="http://schemas.openxmlformats.org/officeDocument/2006/relationships" id="2147483653" r:id="R48ee868db51c4324"/>
    <p:sldLayoutId xmlns:r="http://schemas.openxmlformats.org/officeDocument/2006/relationships" id="2147483654" r:id="Refa35a501f9f4bf1"/>
    <p:sldLayoutId xmlns:r="http://schemas.openxmlformats.org/officeDocument/2006/relationships" id="2147483655" r:id="R0688786bea3d4afb"/>
    <p:sldLayoutId xmlns:r="http://schemas.openxmlformats.org/officeDocument/2006/relationships" id="2147483656" r:id="R7d6926802f1f42b2"/>
  </p:sldLayoutIdLst>
</p:sldMaster>
</file>

<file path=ppt/slideMasters/theme/theme1.xml><?xml version="1.0" encoding="utf-8"?>
<a:theme xmlns:a="http://schemas.openxmlformats.org/drawingml/2006/main" name="Aurora">
  <a:themeElements>
    <a:clrScheme name="Aurora">
      <a:dk1>
        <a:srgbClr val="064E3B"/>
      </a:dk1>
      <a:lt1>
        <a:srgbClr val="ECFDF5"/>
      </a:lt1>
      <a:dk2>
        <a:srgbClr val="047857"/>
      </a:dk2>
      <a:lt2>
        <a:srgbClr val="D1FAE5"/>
      </a:lt2>
      <a:accent1>
        <a:srgbClr val="10B981"/>
      </a:accent1>
      <a:accent2>
        <a:srgbClr val="059669"/>
      </a:accent2>
      <a:accent3>
        <a:srgbClr val="D97706"/>
      </a:accent3>
      <a:accent4>
        <a:srgbClr val="DC2626"/>
      </a:accent4>
      <a:accent5>
        <a:srgbClr val="7C3AED"/>
      </a:accent5>
      <a:accent6>
        <a:srgbClr val="0891B2"/>
      </a:accent6>
      <a:hlink>
        <a:srgbClr val="10B981"/>
      </a:hlink>
      <a:folHlink>
        <a:srgbClr val="047857"/>
      </a:folHlink>
    </a:clrScheme>
    <a:fontScheme name="Inter">
      <a:majorFont>
        <a:latin typeface="Inter"/>
        <a:ea typeface=""/>
        <a:cs typeface=""/>
      </a:majorFont>
      <a:minorFont>
        <a:latin typeface="Inter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rgbClr val="CFD8DC"/>
          </a:solidFill>
        </a:ln>
        <a:ln w="19050">
          <a:solidFill>
            <a:srgbClr val="90A4AE"/>
          </a:solidFill>
        </a:ln>
        <a:ln w="28575">
          <a:solidFill>
            <a:srgbClr val="455A64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
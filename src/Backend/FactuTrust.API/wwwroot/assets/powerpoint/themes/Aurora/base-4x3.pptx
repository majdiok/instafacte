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74a69b767e6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fa44a82d5643ec"/>
  </p:sldMasterIdLst>
  <p:notesMasterIdLst>
    <p:notesMasterId xmlns:r="http://schemas.openxmlformats.org/officeDocument/2006/relationships" r:id="R963ca336add04d10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fa44a82d5643ec" /><Relationship Type="http://schemas.openxmlformats.org/officeDocument/2006/relationships/notesMaster" Target="/ppt/notesMasters/notesMaster1.xml" Id="R963ca336add04d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6970c2f638245f0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56b8cdfa84911" /><Relationship Type="http://schemas.openxmlformats.org/officeDocument/2006/relationships/slideLayout" Target="/ppt/slideLayouts/slideLayout2.xml" Id="R865f25bf6d674c89" /><Relationship Type="http://schemas.openxmlformats.org/officeDocument/2006/relationships/slideLayout" Target="/ppt/slideLayouts/slideLayout3.xml" Id="R9ed0b11a8f9e432e" /><Relationship Type="http://schemas.openxmlformats.org/officeDocument/2006/relationships/slideLayout" Target="/ppt/slideLayouts/slideLayout4.xml" Id="Rbde5f9687b4b4191" /><Relationship Type="http://schemas.openxmlformats.org/officeDocument/2006/relationships/slideLayout" Target="/ppt/slideLayouts/slideLayout5.xml" Id="Rbd3bd439d0084d8a" /><Relationship Type="http://schemas.openxmlformats.org/officeDocument/2006/relationships/slideLayout" Target="/ppt/slideLayouts/slideLayout6.xml" Id="Rc84cf5b0acfc4345" /><Relationship Type="http://schemas.openxmlformats.org/officeDocument/2006/relationships/slideLayout" Target="/ppt/slideLayouts/slideLayout7.xml" Id="Rce59177119784cf9" /><Relationship Type="http://schemas.openxmlformats.org/officeDocument/2006/relationships/slideLayout" Target="/ppt/slideLayouts/slideLayout8.xml" Id="R102ab18becb14f87" /><Relationship Type="http://schemas.openxmlformats.org/officeDocument/2006/relationships/theme" Target="/ppt/slideMasters/theme/theme1.xml" Id="R4ab2d51184ca4ad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10B98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056b8cdfa84911"/>
    <p:sldLayoutId xmlns:r="http://schemas.openxmlformats.org/officeDocument/2006/relationships" id="2147483650" r:id="R865f25bf6d674c89"/>
    <p:sldLayoutId xmlns:r="http://schemas.openxmlformats.org/officeDocument/2006/relationships" id="2147483651" r:id="R9ed0b11a8f9e432e"/>
    <p:sldLayoutId xmlns:r="http://schemas.openxmlformats.org/officeDocument/2006/relationships" id="2147483652" r:id="Rbde5f9687b4b4191"/>
    <p:sldLayoutId xmlns:r="http://schemas.openxmlformats.org/officeDocument/2006/relationships" id="2147483653" r:id="Rbd3bd439d0084d8a"/>
    <p:sldLayoutId xmlns:r="http://schemas.openxmlformats.org/officeDocument/2006/relationships" id="2147483654" r:id="Rc84cf5b0acfc4345"/>
    <p:sldLayoutId xmlns:r="http://schemas.openxmlformats.org/officeDocument/2006/relationships" id="2147483655" r:id="Rce59177119784cf9"/>
    <p:sldLayoutId xmlns:r="http://schemas.openxmlformats.org/officeDocument/2006/relationships" id="2147483656" r:id="R102ab18becb14f87"/>
  </p:sldLayoutIdLst>
</p:sldMaster>
</file>

<file path=ppt/slideMasters/theme/theme1.xml><?xml version="1.0" encoding="utf-8"?>
<a:theme xmlns:a="http://schemas.openxmlformats.org/drawingml/2006/main" name="Aurora">
  <a:themeElements>
    <a:clrScheme name="Aurora">
      <a:dk1>
        <a:srgbClr val="064E3B"/>
      </a:dk1>
      <a:lt1>
        <a:srgbClr val="ECFDF5"/>
      </a:lt1>
      <a:dk2>
        <a:srgbClr val="047857"/>
      </a:dk2>
      <a:lt2>
        <a:srgbClr val="D1FAE5"/>
      </a:lt2>
      <a:accent1>
        <a:srgbClr val="10B981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10B981"/>
      </a:hlink>
      <a:folHlink>
        <a:srgbClr val="047857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
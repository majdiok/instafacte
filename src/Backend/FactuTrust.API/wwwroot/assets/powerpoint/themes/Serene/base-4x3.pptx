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df8cf24bb464a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f333ef4e3a4f5e"/>
  </p:sldMasterIdLst>
  <p:notesMasterIdLst>
    <p:notesMasterId xmlns:r="http://schemas.openxmlformats.org/officeDocument/2006/relationships" r:id="R4dd2a80ca74f4912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333ef4e3a4f5e" /><Relationship Type="http://schemas.openxmlformats.org/officeDocument/2006/relationships/notesMaster" Target="/ppt/notesMasters/notesMaster1.xml" Id="R4dd2a80ca74f49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25c0c6019a8b4777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73995b7f44c01" /><Relationship Type="http://schemas.openxmlformats.org/officeDocument/2006/relationships/slideLayout" Target="/ppt/slideLayouts/slideLayout2.xml" Id="R404846a9a226474f" /><Relationship Type="http://schemas.openxmlformats.org/officeDocument/2006/relationships/slideLayout" Target="/ppt/slideLayouts/slideLayout3.xml" Id="R95d6cbc17ad54c02" /><Relationship Type="http://schemas.openxmlformats.org/officeDocument/2006/relationships/slideLayout" Target="/ppt/slideLayouts/slideLayout4.xml" Id="R99a1d6b9b2034113" /><Relationship Type="http://schemas.openxmlformats.org/officeDocument/2006/relationships/slideLayout" Target="/ppt/slideLayouts/slideLayout5.xml" Id="R323b54304867439a" /><Relationship Type="http://schemas.openxmlformats.org/officeDocument/2006/relationships/slideLayout" Target="/ppt/slideLayouts/slideLayout6.xml" Id="Rb60adc0cedc44a01" /><Relationship Type="http://schemas.openxmlformats.org/officeDocument/2006/relationships/slideLayout" Target="/ppt/slideLayouts/slideLayout7.xml" Id="Re75181a95c2349c6" /><Relationship Type="http://schemas.openxmlformats.org/officeDocument/2006/relationships/slideLayout" Target="/ppt/slideLayouts/slideLayout8.xml" Id="R548d0be887ed452e" /><Relationship Type="http://schemas.openxmlformats.org/officeDocument/2006/relationships/theme" Target="/ppt/slideMasters/theme/theme1.xml" Id="R390774c03e06485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ECFD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0596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873995b7f44c01"/>
    <p:sldLayoutId xmlns:r="http://schemas.openxmlformats.org/officeDocument/2006/relationships" id="2147483650" r:id="R404846a9a226474f"/>
    <p:sldLayoutId xmlns:r="http://schemas.openxmlformats.org/officeDocument/2006/relationships" id="2147483651" r:id="R95d6cbc17ad54c02"/>
    <p:sldLayoutId xmlns:r="http://schemas.openxmlformats.org/officeDocument/2006/relationships" id="2147483652" r:id="R99a1d6b9b2034113"/>
    <p:sldLayoutId xmlns:r="http://schemas.openxmlformats.org/officeDocument/2006/relationships" id="2147483653" r:id="R323b54304867439a"/>
    <p:sldLayoutId xmlns:r="http://schemas.openxmlformats.org/officeDocument/2006/relationships" id="2147483654" r:id="Rb60adc0cedc44a01"/>
    <p:sldLayoutId xmlns:r="http://schemas.openxmlformats.org/officeDocument/2006/relationships" id="2147483655" r:id="Re75181a95c2349c6"/>
    <p:sldLayoutId xmlns:r="http://schemas.openxmlformats.org/officeDocument/2006/relationships" id="2147483656" r:id="R548d0be887ed452e"/>
  </p:sldLayoutIdLst>
</p:sldMaster>
</file>

<file path=ppt/slideMasters/theme/theme1.xml><?xml version="1.0" encoding="utf-8"?>
<a:theme xmlns:a="http://schemas.openxmlformats.org/drawingml/2006/main" name="Serene">
  <a:themeElements>
    <a:clrScheme name="Serene">
      <a:dk1>
        <a:srgbClr val="14532D"/>
      </a:dk1>
      <a:lt1>
        <a:srgbClr val="F0FDF4"/>
      </a:lt1>
      <a:dk2>
        <a:srgbClr val="166534"/>
      </a:dk2>
      <a:lt2>
        <a:srgbClr val="ECFDF5"/>
      </a:lt2>
      <a:accent1>
        <a:srgbClr val="05966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059669"/>
      </a:hlink>
      <a:folHlink>
        <a:srgbClr val="166534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
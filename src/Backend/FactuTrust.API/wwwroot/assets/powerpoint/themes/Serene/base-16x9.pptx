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40c892d661904e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abde934c5f4c64"/>
  </p:sldMasterIdLst>
  <p:notesMasterIdLst>
    <p:notesMasterId xmlns:r="http://schemas.openxmlformats.org/officeDocument/2006/relationships" r:id="Rb4ecbb5fdfa747e2"/>
  </p:notesMasterIdLst>
  <p:sldIdLst/>
  <p:sldSz cx="12192000" cy="6858000" type="screen16x9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abde934c5f4c64" /><Relationship Type="http://schemas.openxmlformats.org/officeDocument/2006/relationships/notesMaster" Target="/ppt/notesMasters/notesMaster1.xml" Id="Rb4ecbb5fdfa747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19891d3786e747b0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/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1141afc9d84296" /><Relationship Type="http://schemas.openxmlformats.org/officeDocument/2006/relationships/slideLayout" Target="/ppt/slideLayouts/slideLayout2.xml" Id="Rde1012a3474942a1" /><Relationship Type="http://schemas.openxmlformats.org/officeDocument/2006/relationships/slideLayout" Target="/ppt/slideLayouts/slideLayout3.xml" Id="Rb0e9b5b59cf040fa" /><Relationship Type="http://schemas.openxmlformats.org/officeDocument/2006/relationships/slideLayout" Target="/ppt/slideLayouts/slideLayout4.xml" Id="Rd2ecf511cd0946fd" /><Relationship Type="http://schemas.openxmlformats.org/officeDocument/2006/relationships/slideLayout" Target="/ppt/slideLayouts/slideLayout5.xml" Id="R88617007db354250" /><Relationship Type="http://schemas.openxmlformats.org/officeDocument/2006/relationships/slideLayout" Target="/ppt/slideLayouts/slideLayout6.xml" Id="R9beb1529cd8c40ff" /><Relationship Type="http://schemas.openxmlformats.org/officeDocument/2006/relationships/slideLayout" Target="/ppt/slideLayouts/slideLayout7.xml" Id="R1fd9f7d69e82413b" /><Relationship Type="http://schemas.openxmlformats.org/officeDocument/2006/relationships/slideLayout" Target="/ppt/slideLayouts/slideLayout8.xml" Id="R215b688ee4774a25" /><Relationship Type="http://schemas.openxmlformats.org/officeDocument/2006/relationships/theme" Target="/ppt/slideMasters/theme/theme1.xml" Id="R66ba9e65a56345b6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  <a:solidFill xmlns:a="http://schemas.openxmlformats.org/drawingml/2006/main">
            <a:srgbClr val="ECFD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/>
          <a:solidFill xmlns:a="http://schemas.openxmlformats.org/drawingml/2006/main">
            <a:srgbClr val="05966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1141afc9d84296"/>
    <p:sldLayoutId xmlns:r="http://schemas.openxmlformats.org/officeDocument/2006/relationships" id="2147483650" r:id="Rde1012a3474942a1"/>
    <p:sldLayoutId xmlns:r="http://schemas.openxmlformats.org/officeDocument/2006/relationships" id="2147483651" r:id="Rb0e9b5b59cf040fa"/>
    <p:sldLayoutId xmlns:r="http://schemas.openxmlformats.org/officeDocument/2006/relationships" id="2147483652" r:id="Rd2ecf511cd0946fd"/>
    <p:sldLayoutId xmlns:r="http://schemas.openxmlformats.org/officeDocument/2006/relationships" id="2147483653" r:id="R88617007db354250"/>
    <p:sldLayoutId xmlns:r="http://schemas.openxmlformats.org/officeDocument/2006/relationships" id="2147483654" r:id="R9beb1529cd8c40ff"/>
    <p:sldLayoutId xmlns:r="http://schemas.openxmlformats.org/officeDocument/2006/relationships" id="2147483655" r:id="R1fd9f7d69e82413b"/>
    <p:sldLayoutId xmlns:r="http://schemas.openxmlformats.org/officeDocument/2006/relationships" id="2147483656" r:id="R215b688ee4774a25"/>
  </p:sldLayoutIdLst>
</p:sldMaster>
</file>

<file path=ppt/slideMasters/theme/theme1.xml><?xml version="1.0" encoding="utf-8"?>
<a:theme xmlns:a="http://schemas.openxmlformats.org/drawingml/2006/main" name="Serene">
  <a:themeElements>
    <a:clrScheme name="Serene">
      <a:dk1>
        <a:srgbClr val="14532D"/>
      </a:dk1>
      <a:lt1>
        <a:srgbClr val="F0FDF4"/>
      </a:lt1>
      <a:dk2>
        <a:srgbClr val="166534"/>
      </a:dk2>
      <a:lt2>
        <a:srgbClr val="ECFDF5"/>
      </a:lt2>
      <a:accent1>
        <a:srgbClr val="059669"/>
      </a:accent1>
      <a:accent2>
        <a:srgbClr val="059669"/>
      </a:accent2>
      <a:accent3>
        <a:srgbClr val="D97706"/>
      </a:accent3>
      <a:accent4>
        <a:srgbClr val="DC2626"/>
      </a:accent4>
      <a:accent5>
        <a:srgbClr val="7C3AED"/>
      </a:accent5>
      <a:accent6>
        <a:srgbClr val="0891B2"/>
      </a:accent6>
      <a:hlink>
        <a:srgbClr val="059669"/>
      </a:hlink>
      <a:folHlink>
        <a:srgbClr val="166534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
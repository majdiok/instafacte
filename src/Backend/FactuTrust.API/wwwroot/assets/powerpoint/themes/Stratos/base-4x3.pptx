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bdda7a1c1bb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f3cc637db64e42"/>
  </p:sldMasterIdLst>
  <p:notesMasterIdLst>
    <p:notesMasterId xmlns:r="http://schemas.openxmlformats.org/officeDocument/2006/relationships" r:id="R19e9a864842646ad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3cc637db64e42" /><Relationship Type="http://schemas.openxmlformats.org/officeDocument/2006/relationships/notesMaster" Target="/ppt/notesMasters/notesMaster1.xml" Id="R19e9a864842646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2d18d92be76431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7392b763b4a75" /><Relationship Type="http://schemas.openxmlformats.org/officeDocument/2006/relationships/slideLayout" Target="/ppt/slideLayouts/slideLayout2.xml" Id="Ra7af5a1d7aa94353" /><Relationship Type="http://schemas.openxmlformats.org/officeDocument/2006/relationships/slideLayout" Target="/ppt/slideLayouts/slideLayout3.xml" Id="R77e0dc06a74b4f78" /><Relationship Type="http://schemas.openxmlformats.org/officeDocument/2006/relationships/slideLayout" Target="/ppt/slideLayouts/slideLayout4.xml" Id="Rc5f6f9bc22a0486f" /><Relationship Type="http://schemas.openxmlformats.org/officeDocument/2006/relationships/slideLayout" Target="/ppt/slideLayouts/slideLayout5.xml" Id="R63ba28d494ed47b9" /><Relationship Type="http://schemas.openxmlformats.org/officeDocument/2006/relationships/slideLayout" Target="/ppt/slideLayouts/slideLayout6.xml" Id="R0fce32a1430a4fa6" /><Relationship Type="http://schemas.openxmlformats.org/officeDocument/2006/relationships/slideLayout" Target="/ppt/slideLayouts/slideLayout7.xml" Id="Rc37166f0eaec4b7c" /><Relationship Type="http://schemas.openxmlformats.org/officeDocument/2006/relationships/slideLayout" Target="/ppt/slideLayouts/slideLayout8.xml" Id="R0c8e365a85304cb2" /><Relationship Type="http://schemas.openxmlformats.org/officeDocument/2006/relationships/theme" Target="/ppt/slideMasters/theme/theme1.xml" Id="R046871a2c5e1451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4755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d7392b763b4a75"/>
    <p:sldLayoutId xmlns:r="http://schemas.openxmlformats.org/officeDocument/2006/relationships" id="2147483650" r:id="Ra7af5a1d7aa94353"/>
    <p:sldLayoutId xmlns:r="http://schemas.openxmlformats.org/officeDocument/2006/relationships" id="2147483651" r:id="R77e0dc06a74b4f78"/>
    <p:sldLayoutId xmlns:r="http://schemas.openxmlformats.org/officeDocument/2006/relationships" id="2147483652" r:id="Rc5f6f9bc22a0486f"/>
    <p:sldLayoutId xmlns:r="http://schemas.openxmlformats.org/officeDocument/2006/relationships" id="2147483653" r:id="R63ba28d494ed47b9"/>
    <p:sldLayoutId xmlns:r="http://schemas.openxmlformats.org/officeDocument/2006/relationships" id="2147483654" r:id="R0fce32a1430a4fa6"/>
    <p:sldLayoutId xmlns:r="http://schemas.openxmlformats.org/officeDocument/2006/relationships" id="2147483655" r:id="Rc37166f0eaec4b7c"/>
    <p:sldLayoutId xmlns:r="http://schemas.openxmlformats.org/officeDocument/2006/relationships" id="2147483656" r:id="R0c8e365a85304cb2"/>
  </p:sldLayoutIdLst>
</p:sldMaster>
</file>

<file path=ppt/slideMasters/theme/theme1.xml><?xml version="1.0" encoding="utf-8"?>
<a:theme xmlns:a="http://schemas.openxmlformats.org/drawingml/2006/main" name="Stratos">
  <a:themeElements>
    <a:clrScheme name="Stratos">
      <a:dk1>
        <a:srgbClr val="0F172A"/>
      </a:dk1>
      <a:lt1>
        <a:srgbClr val="F8FAFC"/>
      </a:lt1>
      <a:dk2>
        <a:srgbClr val="334155"/>
      </a:dk2>
      <a:lt2>
        <a:srgbClr val="F1F5F9"/>
      </a:lt2>
      <a:accent1>
        <a:srgbClr val="47556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475569"/>
      </a:hlink>
      <a:folHlink>
        <a:srgbClr val="334155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
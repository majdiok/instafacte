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106143f4e0d41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898385cda41a6"/>
  </p:sldMasterIdLst>
  <p:notesMasterIdLst>
    <p:notesMasterId xmlns:r="http://schemas.openxmlformats.org/officeDocument/2006/relationships" r:id="Rb8e4bf89ef914e83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898385cda41a6" /><Relationship Type="http://schemas.openxmlformats.org/officeDocument/2006/relationships/notesMaster" Target="/ppt/notesMasters/notesMaster1.xml" Id="Rb8e4bf89ef914e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64df8bc6365481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8f5e0ced44d32" /><Relationship Type="http://schemas.openxmlformats.org/officeDocument/2006/relationships/slideLayout" Target="/ppt/slideLayouts/slideLayout2.xml" Id="Radefdfa3d3924ad5" /><Relationship Type="http://schemas.openxmlformats.org/officeDocument/2006/relationships/slideLayout" Target="/ppt/slideLayouts/slideLayout3.xml" Id="R11e4fc6e03054842" /><Relationship Type="http://schemas.openxmlformats.org/officeDocument/2006/relationships/slideLayout" Target="/ppt/slideLayouts/slideLayout4.xml" Id="R9445922bdd82408c" /><Relationship Type="http://schemas.openxmlformats.org/officeDocument/2006/relationships/slideLayout" Target="/ppt/slideLayouts/slideLayout5.xml" Id="R7d095d79a24548bb" /><Relationship Type="http://schemas.openxmlformats.org/officeDocument/2006/relationships/slideLayout" Target="/ppt/slideLayouts/slideLayout6.xml" Id="R68b8e733e3ce42eb" /><Relationship Type="http://schemas.openxmlformats.org/officeDocument/2006/relationships/slideLayout" Target="/ppt/slideLayouts/slideLayout7.xml" Id="Reee2117c4baa494e" /><Relationship Type="http://schemas.openxmlformats.org/officeDocument/2006/relationships/slideLayout" Target="/ppt/slideLayouts/slideLayout8.xml" Id="Rc0e1670f32484c37" /><Relationship Type="http://schemas.openxmlformats.org/officeDocument/2006/relationships/theme" Target="/ppt/slideMasters/theme/theme1.xml" Id="R4455cc77aca547a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4755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98f5e0ced44d32"/>
    <p:sldLayoutId xmlns:r="http://schemas.openxmlformats.org/officeDocument/2006/relationships" id="2147483650" r:id="Radefdfa3d3924ad5"/>
    <p:sldLayoutId xmlns:r="http://schemas.openxmlformats.org/officeDocument/2006/relationships" id="2147483651" r:id="R11e4fc6e03054842"/>
    <p:sldLayoutId xmlns:r="http://schemas.openxmlformats.org/officeDocument/2006/relationships" id="2147483652" r:id="R9445922bdd82408c"/>
    <p:sldLayoutId xmlns:r="http://schemas.openxmlformats.org/officeDocument/2006/relationships" id="2147483653" r:id="R7d095d79a24548bb"/>
    <p:sldLayoutId xmlns:r="http://schemas.openxmlformats.org/officeDocument/2006/relationships" id="2147483654" r:id="R68b8e733e3ce42eb"/>
    <p:sldLayoutId xmlns:r="http://schemas.openxmlformats.org/officeDocument/2006/relationships" id="2147483655" r:id="Reee2117c4baa494e"/>
    <p:sldLayoutId xmlns:r="http://schemas.openxmlformats.org/officeDocument/2006/relationships" id="2147483656" r:id="Rc0e1670f32484c37"/>
  </p:sldLayoutIdLst>
</p:sldMaster>
</file>

<file path=ppt/slideMasters/theme/theme1.xml><?xml version="1.0" encoding="utf-8"?>
<a:theme xmlns:a="http://schemas.openxmlformats.org/drawingml/2006/main" name="Stratos">
  <a:themeElements>
    <a:clrScheme name="Stratos">
      <a:dk1>
        <a:srgbClr val="0F172A"/>
      </a:dk1>
      <a:lt1>
        <a:srgbClr val="F8FAFC"/>
      </a:lt1>
      <a:dk2>
        <a:srgbClr val="334155"/>
      </a:dk2>
      <a:lt2>
        <a:srgbClr val="F1F5F9"/>
      </a:lt2>
      <a:accent1>
        <a:srgbClr val="47556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475569"/>
      </a:hlink>
      <a:folHlink>
        <a:srgbClr val="334155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
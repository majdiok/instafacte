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6cff193556043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3004cdd0f34968"/>
  </p:sldMasterIdLst>
  <p:notesMasterIdLst>
    <p:notesMasterId xmlns:r="http://schemas.openxmlformats.org/officeDocument/2006/relationships" r:id="Re1a8b2ca55804953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004cdd0f34968" /><Relationship Type="http://schemas.openxmlformats.org/officeDocument/2006/relationships/notesMaster" Target="/ppt/notesMasters/notesMaster1.xml" Id="Re1a8b2ca558049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b408bcb6a3b34804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77d93716441b9" /><Relationship Type="http://schemas.openxmlformats.org/officeDocument/2006/relationships/slideLayout" Target="/ppt/slideLayouts/slideLayout2.xml" Id="Rd48e4acf9b77434e" /><Relationship Type="http://schemas.openxmlformats.org/officeDocument/2006/relationships/slideLayout" Target="/ppt/slideLayouts/slideLayout3.xml" Id="R415d3ff70bdd4f70" /><Relationship Type="http://schemas.openxmlformats.org/officeDocument/2006/relationships/slideLayout" Target="/ppt/slideLayouts/slideLayout4.xml" Id="R2665dfe43b5542f2" /><Relationship Type="http://schemas.openxmlformats.org/officeDocument/2006/relationships/slideLayout" Target="/ppt/slideLayouts/slideLayout5.xml" Id="R1e2513fe3d124a78" /><Relationship Type="http://schemas.openxmlformats.org/officeDocument/2006/relationships/slideLayout" Target="/ppt/slideLayouts/slideLayout6.xml" Id="R99c22f9e397c4a14" /><Relationship Type="http://schemas.openxmlformats.org/officeDocument/2006/relationships/slideLayout" Target="/ppt/slideLayouts/slideLayout7.xml" Id="Rf4373eb241cb4a3c" /><Relationship Type="http://schemas.openxmlformats.org/officeDocument/2006/relationships/slideLayout" Target="/ppt/slideLayouts/slideLayout8.xml" Id="Rceae1cfa1caf4dc9" /><Relationship Type="http://schemas.openxmlformats.org/officeDocument/2006/relationships/theme" Target="/ppt/slideMasters/theme/theme1.xml" Id="Rd3cd582f358b45d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1E1B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77d93716441b9"/>
    <p:sldLayoutId xmlns:r="http://schemas.openxmlformats.org/officeDocument/2006/relationships" id="2147483650" r:id="Rd48e4acf9b77434e"/>
    <p:sldLayoutId xmlns:r="http://schemas.openxmlformats.org/officeDocument/2006/relationships" id="2147483651" r:id="R415d3ff70bdd4f70"/>
    <p:sldLayoutId xmlns:r="http://schemas.openxmlformats.org/officeDocument/2006/relationships" id="2147483652" r:id="R2665dfe43b5542f2"/>
    <p:sldLayoutId xmlns:r="http://schemas.openxmlformats.org/officeDocument/2006/relationships" id="2147483653" r:id="R1e2513fe3d124a78"/>
    <p:sldLayoutId xmlns:r="http://schemas.openxmlformats.org/officeDocument/2006/relationships" id="2147483654" r:id="R99c22f9e397c4a14"/>
    <p:sldLayoutId xmlns:r="http://schemas.openxmlformats.org/officeDocument/2006/relationships" id="2147483655" r:id="Rf4373eb241cb4a3c"/>
    <p:sldLayoutId xmlns:r="http://schemas.openxmlformats.org/officeDocument/2006/relationships" id="2147483656" r:id="Rceae1cfa1caf4dc9"/>
  </p:sldLayoutIdLst>
</p:sldMaster>
</file>

<file path=ppt/slideMasters/theme/theme1.xml><?xml version="1.0" encoding="utf-8"?>
<a:theme xmlns:a="http://schemas.openxmlformats.org/drawingml/2006/main" name="Vortex">
  <a:themeElements>
    <a:clrScheme name="Vortex">
      <a:dk1>
        <a:srgbClr val="F5F3FF"/>
      </a:dk1>
      <a:lt1>
        <a:srgbClr val="1E1B4B"/>
      </a:lt1>
      <a:dk2>
        <a:srgbClr val="C4B5FD"/>
      </a:dk2>
      <a:lt2>
        <a:srgbClr val="312E81"/>
      </a:lt2>
      <a:accent1>
        <a:srgbClr val="A78BFA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A78BFA"/>
      </a:hlink>
      <a:folHlink>
        <a:srgbClr val="C4B5F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
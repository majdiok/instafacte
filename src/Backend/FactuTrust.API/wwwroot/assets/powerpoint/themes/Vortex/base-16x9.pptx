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theme/theme1.xml" ContentType="application/vnd.openxmlformats-officedocument.theme+xml"/>
  <Override PartName="/ppt/notesMasters/notesMaster1.xml" ContentType="application/vnd.openxmlformats-officedocument.presentationml.notesMaster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d7b3a9f7a2e943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cb8384f520c47b5"/>
  </p:sldMasterIdLst>
  <p:notesMasterIdLst>
    <p:notesMasterId xmlns:r="http://schemas.openxmlformats.org/officeDocument/2006/relationships" r:id="R8fe9079a987c4ed9"/>
  </p:notesMasterIdLst>
  <p:sldIdLst/>
  <p:sldSz cx="12192000" cy="6858000" type="screen16x9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b8384f520c47b5" /><Relationship Type="http://schemas.openxmlformats.org/officeDocument/2006/relationships/notesMaster" Target="/ppt/notesMasters/notesMaster1.xml" Id="R8fe9079a987c4e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190366eeb5784082" /></Relationships>
</file>

<file path=ppt/notesMasters/notesMaster1.xml><?xml version="1.0" encoding="utf-8"?>
<p:notes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/>
</p:notesMaster>
</file>

<file path=ppt/slideLayouts/slideLayout1.xml><?xml version="1.0" encoding="utf-8"?>
<p:sldLayout xmlns:p="http://schemas.openxmlformats.org/presentationml/2006/main" type="title">
  <p:cSld>
    <p:spTree>
      <p:nvGrpSpPr>
        <p:cNvPr id="1" name="Layout_Cover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2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3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4.xml><?xml version="1.0" encoding="utf-8"?>
<p:sldLayout xmlns:p="http://schemas.openxmlformats.org/presentationml/2006/main" type="blank">
  <p:cSld>
    <p:spTree>
      <p:nvGrpSpPr>
        <p:cNvPr id="1" name="Layout_Sectio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5.xml><?xml version="1.0" encoding="utf-8"?>
<p:sldLayout xmlns:p="http://schemas.openxmlformats.org/presentationml/2006/main" type="blank">
  <p:cSld>
    <p:spTree>
      <p:nvGrpSpPr>
        <p:cNvPr id="1" name="Layout_TitleAndContent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6.xml><?xml version="1.0" encoding="utf-8"?>
<p:sldLayout xmlns:p="http://schemas.openxmlformats.org/presentationml/2006/main" type="blank">
  <p:cSld>
    <p:spTree>
      <p:nvGrpSpPr>
        <p:cNvPr id="1" name="Layout_TwoColumn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7.xml><?xml version="1.0" encoding="utf-8"?>
<p:sldLayout xmlns:p="http://schemas.openxmlformats.org/presentationml/2006/main" type="blank">
  <p:cSld>
    <p:spTree>
      <p:nvGrpSpPr>
        <p:cNvPr id="1" name="Layout_Blank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Layouts/slideLayout8.xml><?xml version="1.0" encoding="utf-8"?>
<p:sldLayout xmlns:p="http://schemas.openxmlformats.org/presentationml/2006/main" type="blank">
  <p:cSld>
    <p:spTree>
      <p:nvGrpSpPr>
        <p:cNvPr id="1" name="Layout_Credits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ccb1902d04560" /><Relationship Type="http://schemas.openxmlformats.org/officeDocument/2006/relationships/slideLayout" Target="/ppt/slideLayouts/slideLayout2.xml" Id="Rda8b9438c8fc46be" /><Relationship Type="http://schemas.openxmlformats.org/officeDocument/2006/relationships/slideLayout" Target="/ppt/slideLayouts/slideLayout3.xml" Id="R8be1079b2c77429a" /><Relationship Type="http://schemas.openxmlformats.org/officeDocument/2006/relationships/slideLayout" Target="/ppt/slideLayouts/slideLayout4.xml" Id="R38ac45a997e241e5" /><Relationship Type="http://schemas.openxmlformats.org/officeDocument/2006/relationships/slideLayout" Target="/ppt/slideLayouts/slideLayout5.xml" Id="Rb538c9e1506e43a4" /><Relationship Type="http://schemas.openxmlformats.org/officeDocument/2006/relationships/slideLayout" Target="/ppt/slideLayouts/slideLayout6.xml" Id="R19e6fdd80925476e" /><Relationship Type="http://schemas.openxmlformats.org/officeDocument/2006/relationships/slideLayout" Target="/ppt/slideLayouts/slideLayout7.xml" Id="Re45cb336ac074d37" /><Relationship Type="http://schemas.openxmlformats.org/officeDocument/2006/relationships/slideLayout" Target="/ppt/slideLayouts/slideLayout8.xml" Id="Rb6fd2640d83d4ace" /><Relationship Type="http://schemas.openxmlformats.org/officeDocument/2006/relationships/theme" Target="/ppt/slideMasters/theme/theme1.xml" Id="R112c07fe61244407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Master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/>
          <a:solidFill xmlns:a="http://schemas.openxmlformats.org/drawingml/2006/main">
            <a:srgbClr val="1E1B4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  <p:sp>
        <p:nvSpPr>
          <p:cNvPr id="3" name="MasterAccentBa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/>
          <a:solidFill xmlns:a="http://schemas.openxmlformats.org/drawingml/2006/main">
            <a:srgbClr val="A78B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anchor="t"/>
          <a:lstStyle xmlns:a="http://schemas.openxmlformats.org/drawingml/2006/main"/>
          <a:p xmlns:a="http://schemas.openxmlformats.org/drawingml/2006/main"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bccb1902d04560"/>
    <p:sldLayoutId xmlns:r="http://schemas.openxmlformats.org/officeDocument/2006/relationships" id="2147483650" r:id="Rda8b9438c8fc46be"/>
    <p:sldLayoutId xmlns:r="http://schemas.openxmlformats.org/officeDocument/2006/relationships" id="2147483651" r:id="R8be1079b2c77429a"/>
    <p:sldLayoutId xmlns:r="http://schemas.openxmlformats.org/officeDocument/2006/relationships" id="2147483652" r:id="R38ac45a997e241e5"/>
    <p:sldLayoutId xmlns:r="http://schemas.openxmlformats.org/officeDocument/2006/relationships" id="2147483653" r:id="Rb538c9e1506e43a4"/>
    <p:sldLayoutId xmlns:r="http://schemas.openxmlformats.org/officeDocument/2006/relationships" id="2147483654" r:id="R19e6fdd80925476e"/>
    <p:sldLayoutId xmlns:r="http://schemas.openxmlformats.org/officeDocument/2006/relationships" id="2147483655" r:id="Re45cb336ac074d37"/>
    <p:sldLayoutId xmlns:r="http://schemas.openxmlformats.org/officeDocument/2006/relationships" id="2147483656" r:id="Rb6fd2640d83d4ace"/>
  </p:sldLayoutIdLst>
</p:sldMaster>
</file>

<file path=ppt/slideMasters/theme/theme1.xml><?xml version="1.0" encoding="utf-8"?>
<a:theme xmlns:a="http://schemas.openxmlformats.org/drawingml/2006/main" name="Vortex">
  <a:themeElements>
    <a:clrScheme name="Vortex">
      <a:dk1>
        <a:srgbClr val="F5F3FF"/>
      </a:dk1>
      <a:lt1>
        <a:srgbClr val="1E1B4B"/>
      </a:lt1>
      <a:dk2>
        <a:srgbClr val="C4B5FD"/>
      </a:dk2>
      <a:lt2>
        <a:srgbClr val="312E81"/>
      </a:lt2>
      <a:accent1>
        <a:srgbClr val="A78BFA"/>
      </a:accent1>
      <a:accent2>
        <a:srgbClr val="34D399"/>
      </a:accent2>
      <a:accent3>
        <a:srgbClr val="D97706"/>
      </a:accent3>
      <a:accent4>
        <a:srgbClr val="F87171"/>
      </a:accent4>
      <a:accent5>
        <a:srgbClr val="7C3AED"/>
      </a:accent5>
      <a:accent6>
        <a:srgbClr val="0891B2"/>
      </a:accent6>
      <a:hlink>
        <a:srgbClr val="A78BFA"/>
      </a:hlink>
      <a:folHlink>
        <a:srgbClr val="C4B5FD"/>
      </a:folHlink>
    </a:clrScheme>
    <a:fontScheme name="Inter">
      <a:majorFont>
        <a:latin typeface="Inter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rgbClr val="CFD8DC"/>
          </a:solidFill>
        </a:ln>
        <a:ln w="19050">
          <a:solidFill>
            <a:srgbClr val="90A4AE"/>
          </a:solidFill>
        </a:ln>
        <a:ln w="28575">
          <a:solidFill>
            <a:srgbClr val="455A64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
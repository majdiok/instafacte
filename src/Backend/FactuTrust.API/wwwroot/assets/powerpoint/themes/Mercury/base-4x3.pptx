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4a35af722d641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6c690e32c84787"/>
  </p:sldMasterIdLst>
  <p:notesMasterIdLst>
    <p:notesMasterId xmlns:r="http://schemas.openxmlformats.org/officeDocument/2006/relationships" r:id="Rd8227eb6190444e6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6c690e32c84787" /><Relationship Type="http://schemas.openxmlformats.org/officeDocument/2006/relationships/notesMaster" Target="/ppt/notesMasters/notesMaster1.xml" Id="Rd8227eb6190444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5a85a369c06047a5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ebf65e10cc452d" /><Relationship Type="http://schemas.openxmlformats.org/officeDocument/2006/relationships/slideLayout" Target="/ppt/slideLayouts/slideLayout2.xml" Id="R9932a534362141f8" /><Relationship Type="http://schemas.openxmlformats.org/officeDocument/2006/relationships/slideLayout" Target="/ppt/slideLayouts/slideLayout3.xml" Id="R8543ad1670754ee8" /><Relationship Type="http://schemas.openxmlformats.org/officeDocument/2006/relationships/slideLayout" Target="/ppt/slideLayouts/slideLayout4.xml" Id="R492a387ffc274196" /><Relationship Type="http://schemas.openxmlformats.org/officeDocument/2006/relationships/slideLayout" Target="/ppt/slideLayouts/slideLayout5.xml" Id="R51cd15f2a66646f9" /><Relationship Type="http://schemas.openxmlformats.org/officeDocument/2006/relationships/slideLayout" Target="/ppt/slideLayouts/slideLayout6.xml" Id="R2e1b8ffe61e2450c" /><Relationship Type="http://schemas.openxmlformats.org/officeDocument/2006/relationships/slideLayout" Target="/ppt/slideLayouts/slideLayout7.xml" Id="R5343f7b72f9148e4" /><Relationship Type="http://schemas.openxmlformats.org/officeDocument/2006/relationships/slideLayout" Target="/ppt/slideLayouts/slideLayout8.xml" Id="R66abb646ba0f489f" /><Relationship Type="http://schemas.openxmlformats.org/officeDocument/2006/relationships/theme" Target="/ppt/slideMasters/theme/theme1.xml" Id="R6bcc89ab1c944db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F4F4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76200"/>
          </a:xfrm>
          <a:prstGeom xmlns:a="http://schemas.openxmlformats.org/drawingml/2006/main" prst="rect"/>
          <a:solidFill xmlns:a="http://schemas.openxmlformats.org/drawingml/2006/main">
            <a:srgbClr val="71717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ebf65e10cc452d"/>
    <p:sldLayoutId xmlns:r="http://schemas.openxmlformats.org/officeDocument/2006/relationships" id="2147483650" r:id="R9932a534362141f8"/>
    <p:sldLayoutId xmlns:r="http://schemas.openxmlformats.org/officeDocument/2006/relationships" id="2147483651" r:id="R8543ad1670754ee8"/>
    <p:sldLayoutId xmlns:r="http://schemas.openxmlformats.org/officeDocument/2006/relationships" id="2147483652" r:id="R492a387ffc274196"/>
    <p:sldLayoutId xmlns:r="http://schemas.openxmlformats.org/officeDocument/2006/relationships" id="2147483653" r:id="R51cd15f2a66646f9"/>
    <p:sldLayoutId xmlns:r="http://schemas.openxmlformats.org/officeDocument/2006/relationships" id="2147483654" r:id="R2e1b8ffe61e2450c"/>
    <p:sldLayoutId xmlns:r="http://schemas.openxmlformats.org/officeDocument/2006/relationships" id="2147483655" r:id="R5343f7b72f9148e4"/>
    <p:sldLayoutId xmlns:r="http://schemas.openxmlformats.org/officeDocument/2006/relationships" id="2147483656" r:id="R66abb646ba0f489f"/>
  </p:sldLayoutIdLst>
</p:sldMaster>
</file>

<file path=ppt/slideMasters/theme/theme1.xml><?xml version="1.0" encoding="utf-8"?>
<a:theme xmlns:a="http://schemas.openxmlformats.org/drawingml/2006/main" name="Mercury">
  <a:themeElements>
    <a:clrScheme name="Mercury">
      <a:dk1>
        <a:srgbClr val="18181B"/>
      </a:dk1>
      <a:lt1>
        <a:srgbClr val="FAFAFA"/>
      </a:lt1>
      <a:dk2>
        <a:srgbClr val="3F3F46"/>
      </a:dk2>
      <a:lt2>
        <a:srgbClr val="F4F4F5"/>
      </a:lt2>
      <a:accent1>
        <a:srgbClr val="71717A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71717A"/>
      </a:hlink>
      <a:folHlink>
        <a:srgbClr val="3F3F46"/>
      </a:folHlink>
    </a:clrScheme>
    <a:fontScheme name="Georgia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
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194b4753282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567f852df7443f"/>
  </p:sldMasterIdLst>
  <p:notesMasterIdLst>
    <p:notesMasterId xmlns:r="http://schemas.openxmlformats.org/officeDocument/2006/relationships" r:id="R1f9931af1b5a4a30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67f852df7443f" /><Relationship Type="http://schemas.openxmlformats.org/officeDocument/2006/relationships/notesMaster" Target="/ppt/notesMasters/notesMaster1.xml" Id="R1f9931af1b5a4a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b0226204ed2e46b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35f96f0d4844" /><Relationship Type="http://schemas.openxmlformats.org/officeDocument/2006/relationships/slideLayout" Target="/ppt/slideLayouts/slideLayout2.xml" Id="R66a8888a21fa4da5" /><Relationship Type="http://schemas.openxmlformats.org/officeDocument/2006/relationships/slideLayout" Target="/ppt/slideLayouts/slideLayout3.xml" Id="R6441a22dfbd94c34" /><Relationship Type="http://schemas.openxmlformats.org/officeDocument/2006/relationships/slideLayout" Target="/ppt/slideLayouts/slideLayout4.xml" Id="R5850f6049b824803" /><Relationship Type="http://schemas.openxmlformats.org/officeDocument/2006/relationships/slideLayout" Target="/ppt/slideLayouts/slideLayout5.xml" Id="R53a2863172954c2f" /><Relationship Type="http://schemas.openxmlformats.org/officeDocument/2006/relationships/slideLayout" Target="/ppt/slideLayouts/slideLayout6.xml" Id="R9121ada9148e43e1" /><Relationship Type="http://schemas.openxmlformats.org/officeDocument/2006/relationships/slideLayout" Target="/ppt/slideLayouts/slideLayout7.xml" Id="R13655bc063e049f2" /><Relationship Type="http://schemas.openxmlformats.org/officeDocument/2006/relationships/slideLayout" Target="/ppt/slideLayouts/slideLayout8.xml" Id="R1ef91fcca74740c6" /><Relationship Type="http://schemas.openxmlformats.org/officeDocument/2006/relationships/theme" Target="/ppt/slideMasters/theme/theme1.xml" Id="R8b216ac5556c470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4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7171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8735f96f0d4844"/>
    <p:sldLayoutId xmlns:r="http://schemas.openxmlformats.org/officeDocument/2006/relationships" id="2147483650" r:id="R66a8888a21fa4da5"/>
    <p:sldLayoutId xmlns:r="http://schemas.openxmlformats.org/officeDocument/2006/relationships" id="2147483651" r:id="R6441a22dfbd94c34"/>
    <p:sldLayoutId xmlns:r="http://schemas.openxmlformats.org/officeDocument/2006/relationships" id="2147483652" r:id="R5850f6049b824803"/>
    <p:sldLayoutId xmlns:r="http://schemas.openxmlformats.org/officeDocument/2006/relationships" id="2147483653" r:id="R53a2863172954c2f"/>
    <p:sldLayoutId xmlns:r="http://schemas.openxmlformats.org/officeDocument/2006/relationships" id="2147483654" r:id="R9121ada9148e43e1"/>
    <p:sldLayoutId xmlns:r="http://schemas.openxmlformats.org/officeDocument/2006/relationships" id="2147483655" r:id="R13655bc063e049f2"/>
    <p:sldLayoutId xmlns:r="http://schemas.openxmlformats.org/officeDocument/2006/relationships" id="2147483656" r:id="R1ef91fcca74740c6"/>
  </p:sldLayoutIdLst>
</p:sldMaster>
</file>

<file path=ppt/slideMasters/theme/theme1.xml><?xml version="1.0" encoding="utf-8"?>
<a:theme xmlns:a="http://schemas.openxmlformats.org/drawingml/2006/main" name="Mercury">
  <a:themeElements>
    <a:clrScheme name="Mercury">
      <a:dk1>
        <a:srgbClr val="18181B"/>
      </a:dk1>
      <a:lt1>
        <a:srgbClr val="FAFAFA"/>
      </a:lt1>
      <a:dk2>
        <a:srgbClr val="3F3F46"/>
      </a:dk2>
      <a:lt2>
        <a:srgbClr val="F4F4F5"/>
      </a:lt2>
      <a:accent1>
        <a:srgbClr val="71717A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71717A"/>
      </a:hlink>
      <a:folHlink>
        <a:srgbClr val="3F3F46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
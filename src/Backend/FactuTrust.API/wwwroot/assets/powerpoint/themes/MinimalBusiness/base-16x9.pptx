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7e99705e256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9e7bd976c45e6"/>
  </p:sldMasterIdLst>
  <p:notesMasterIdLst>
    <p:notesMasterId xmlns:r="http://schemas.openxmlformats.org/officeDocument/2006/relationships" r:id="R1603fe4b50d04d6d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9e7bd976c45e6" /><Relationship Type="http://schemas.openxmlformats.org/officeDocument/2006/relationships/notesMaster" Target="/ppt/notesMasters/notesMaster1.xml" Id="R1603fe4b50d04d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fcf4586bbfa48e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9211d003b4003" /><Relationship Type="http://schemas.openxmlformats.org/officeDocument/2006/relationships/slideLayout" Target="/ppt/slideLayouts/slideLayout2.xml" Id="Rebacdc624a724e05" /><Relationship Type="http://schemas.openxmlformats.org/officeDocument/2006/relationships/slideLayout" Target="/ppt/slideLayouts/slideLayout3.xml" Id="R54f62546694846e4" /><Relationship Type="http://schemas.openxmlformats.org/officeDocument/2006/relationships/slideLayout" Target="/ppt/slideLayouts/slideLayout4.xml" Id="R0fe78b10dbb84e2e" /><Relationship Type="http://schemas.openxmlformats.org/officeDocument/2006/relationships/slideLayout" Target="/ppt/slideLayouts/slideLayout5.xml" Id="Rdaa2dd6ac31a4632" /><Relationship Type="http://schemas.openxmlformats.org/officeDocument/2006/relationships/slideLayout" Target="/ppt/slideLayouts/slideLayout6.xml" Id="Rb9769fad418244d7" /><Relationship Type="http://schemas.openxmlformats.org/officeDocument/2006/relationships/slideLayout" Target="/ppt/slideLayouts/slideLayout7.xml" Id="R6da7a01ade484cef" /><Relationship Type="http://schemas.openxmlformats.org/officeDocument/2006/relationships/slideLayout" Target="/ppt/slideLayouts/slideLayout8.xml" Id="R139be84c467c4424" /><Relationship Type="http://schemas.openxmlformats.org/officeDocument/2006/relationships/theme" Target="/ppt/slideMasters/theme/theme1.xml" Id="R29a9207ab93c4c6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0"/>
            <a:ext cx="512064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b9211d003b4003"/>
    <p:sldLayoutId xmlns:r="http://schemas.openxmlformats.org/officeDocument/2006/relationships" id="2147483650" r:id="Rebacdc624a724e05"/>
    <p:sldLayoutId xmlns:r="http://schemas.openxmlformats.org/officeDocument/2006/relationships" id="2147483651" r:id="R54f62546694846e4"/>
    <p:sldLayoutId xmlns:r="http://schemas.openxmlformats.org/officeDocument/2006/relationships" id="2147483652" r:id="R0fe78b10dbb84e2e"/>
    <p:sldLayoutId xmlns:r="http://schemas.openxmlformats.org/officeDocument/2006/relationships" id="2147483653" r:id="Rdaa2dd6ac31a4632"/>
    <p:sldLayoutId xmlns:r="http://schemas.openxmlformats.org/officeDocument/2006/relationships" id="2147483654" r:id="Rb9769fad418244d7"/>
    <p:sldLayoutId xmlns:r="http://schemas.openxmlformats.org/officeDocument/2006/relationships" id="2147483655" r:id="R6da7a01ade484cef"/>
    <p:sldLayoutId xmlns:r="http://schemas.openxmlformats.org/officeDocument/2006/relationships" id="2147483656" r:id="R139be84c467c4424"/>
  </p:sldLayoutIdLst>
</p:sldMaster>
</file>

<file path=ppt/slideMasters/theme/theme1.xml><?xml version="1.0" encoding="utf-8"?>
<a:theme xmlns:a="http://schemas.openxmlformats.org/drawingml/2006/main" name="Minimal Business">
  <a:themeElements>
    <a:clrScheme name="Minimal Business">
      <a:dk1>
        <a:srgbClr val="1C1917"/>
      </a:dk1>
      <a:lt1>
        <a:srgbClr val="FAFAF9"/>
      </a:lt1>
      <a:dk2>
        <a:srgbClr val="57534E"/>
      </a:dk2>
      <a:lt2>
        <a:srgbClr val="FFFFFF"/>
      </a:lt2>
      <a:accent1>
        <a:srgbClr val="78716C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8716C"/>
      </a:hlink>
      <a:folHlink>
        <a:srgbClr val="57534E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
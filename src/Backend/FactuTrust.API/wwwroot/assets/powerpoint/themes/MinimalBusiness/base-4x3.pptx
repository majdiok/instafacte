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3c4f26373c84f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9a88403ea546b7"/>
  </p:sldMasterIdLst>
  <p:notesMasterIdLst>
    <p:notesMasterId xmlns:r="http://schemas.openxmlformats.org/officeDocument/2006/relationships" r:id="Rf3fd304671404583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a88403ea546b7" /><Relationship Type="http://schemas.openxmlformats.org/officeDocument/2006/relationships/notesMaster" Target="/ppt/notesMasters/notesMaster1.xml" Id="Rf3fd30467140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e37e904bf5b4a23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cff4341f949ec" /><Relationship Type="http://schemas.openxmlformats.org/officeDocument/2006/relationships/slideLayout" Target="/ppt/slideLayouts/slideLayout2.xml" Id="R223af25e6e504ddf" /><Relationship Type="http://schemas.openxmlformats.org/officeDocument/2006/relationships/slideLayout" Target="/ppt/slideLayouts/slideLayout3.xml" Id="R9304d775a38a40b1" /><Relationship Type="http://schemas.openxmlformats.org/officeDocument/2006/relationships/slideLayout" Target="/ppt/slideLayouts/slideLayout4.xml" Id="Re74fcc8219474663" /><Relationship Type="http://schemas.openxmlformats.org/officeDocument/2006/relationships/slideLayout" Target="/ppt/slideLayouts/slideLayout5.xml" Id="R35b3ee6621954ec1" /><Relationship Type="http://schemas.openxmlformats.org/officeDocument/2006/relationships/slideLayout" Target="/ppt/slideLayouts/slideLayout6.xml" Id="Re7cf78cd346a4e7f" /><Relationship Type="http://schemas.openxmlformats.org/officeDocument/2006/relationships/slideLayout" Target="/ppt/slideLayouts/slideLayout7.xml" Id="Raf8b7705bff0491e" /><Relationship Type="http://schemas.openxmlformats.org/officeDocument/2006/relationships/slideLayout" Target="/ppt/slideLayouts/slideLayout8.xml" Id="R9ba083352b894f94" /><Relationship Type="http://schemas.openxmlformats.org/officeDocument/2006/relationships/theme" Target="/ppt/slideMasters/theme/theme1.xml" Id="Rf73ffed2c40b410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0"/>
            <a:ext cx="384048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5cff4341f949ec"/>
    <p:sldLayoutId xmlns:r="http://schemas.openxmlformats.org/officeDocument/2006/relationships" id="2147483650" r:id="R223af25e6e504ddf"/>
    <p:sldLayoutId xmlns:r="http://schemas.openxmlformats.org/officeDocument/2006/relationships" id="2147483651" r:id="R9304d775a38a40b1"/>
    <p:sldLayoutId xmlns:r="http://schemas.openxmlformats.org/officeDocument/2006/relationships" id="2147483652" r:id="Re74fcc8219474663"/>
    <p:sldLayoutId xmlns:r="http://schemas.openxmlformats.org/officeDocument/2006/relationships" id="2147483653" r:id="R35b3ee6621954ec1"/>
    <p:sldLayoutId xmlns:r="http://schemas.openxmlformats.org/officeDocument/2006/relationships" id="2147483654" r:id="Re7cf78cd346a4e7f"/>
    <p:sldLayoutId xmlns:r="http://schemas.openxmlformats.org/officeDocument/2006/relationships" id="2147483655" r:id="Raf8b7705bff0491e"/>
    <p:sldLayoutId xmlns:r="http://schemas.openxmlformats.org/officeDocument/2006/relationships" id="2147483656" r:id="R9ba083352b894f94"/>
  </p:sldLayoutIdLst>
</p:sldMaster>
</file>

<file path=ppt/slideMasters/theme/theme1.xml><?xml version="1.0" encoding="utf-8"?>
<a:theme xmlns:a="http://schemas.openxmlformats.org/drawingml/2006/main" name="Minimal Business">
  <a:themeElements>
    <a:clrScheme name="Minimal Business">
      <a:dk1>
        <a:srgbClr val="1C1917"/>
      </a:dk1>
      <a:lt1>
        <a:srgbClr val="FAFAF9"/>
      </a:lt1>
      <a:dk2>
        <a:srgbClr val="57534E"/>
      </a:dk2>
      <a:lt2>
        <a:srgbClr val="FFFFFF"/>
      </a:lt2>
      <a:accent1>
        <a:srgbClr val="78716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8716C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
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568401c4b6f49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c13299a8394400"/>
  </p:sldMasterIdLst>
  <p:notesMasterIdLst>
    <p:notesMasterId xmlns:r="http://schemas.openxmlformats.org/officeDocument/2006/relationships" r:id="R32df23cc05fc48c9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13299a8394400" /><Relationship Type="http://schemas.openxmlformats.org/officeDocument/2006/relationships/notesMaster" Target="/ppt/notesMasters/notesMaster1.xml" Id="R32df23cc05fc48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2e3bac8d4f54034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6f1527b8d4eda" /><Relationship Type="http://schemas.openxmlformats.org/officeDocument/2006/relationships/slideLayout" Target="/ppt/slideLayouts/slideLayout2.xml" Id="R752ce7b9d1d344ee" /><Relationship Type="http://schemas.openxmlformats.org/officeDocument/2006/relationships/slideLayout" Target="/ppt/slideLayouts/slideLayout3.xml" Id="Ra41df0bd2b2646b6" /><Relationship Type="http://schemas.openxmlformats.org/officeDocument/2006/relationships/slideLayout" Target="/ppt/slideLayouts/slideLayout4.xml" Id="R468fd10574ee451c" /><Relationship Type="http://schemas.openxmlformats.org/officeDocument/2006/relationships/slideLayout" Target="/ppt/slideLayouts/slideLayout5.xml" Id="R085fbd8690dd4ec0" /><Relationship Type="http://schemas.openxmlformats.org/officeDocument/2006/relationships/slideLayout" Target="/ppt/slideLayouts/slideLayout6.xml" Id="Ree872f04cf47408a" /><Relationship Type="http://schemas.openxmlformats.org/officeDocument/2006/relationships/slideLayout" Target="/ppt/slideLayouts/slideLayout7.xml" Id="Rcc6b9874daa94e53" /><Relationship Type="http://schemas.openxmlformats.org/officeDocument/2006/relationships/slideLayout" Target="/ppt/slideLayouts/slideLayout8.xml" Id="R8c9085c7bbf2459e" /><Relationship Type="http://schemas.openxmlformats.org/officeDocument/2006/relationships/theme" Target="/ppt/slideMasters/theme/theme1.xml" Id="R651073bd5f66430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2E106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D946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06f1527b8d4eda"/>
    <p:sldLayoutId xmlns:r="http://schemas.openxmlformats.org/officeDocument/2006/relationships" id="2147483650" r:id="R752ce7b9d1d344ee"/>
    <p:sldLayoutId xmlns:r="http://schemas.openxmlformats.org/officeDocument/2006/relationships" id="2147483651" r:id="Ra41df0bd2b2646b6"/>
    <p:sldLayoutId xmlns:r="http://schemas.openxmlformats.org/officeDocument/2006/relationships" id="2147483652" r:id="R468fd10574ee451c"/>
    <p:sldLayoutId xmlns:r="http://schemas.openxmlformats.org/officeDocument/2006/relationships" id="2147483653" r:id="R085fbd8690dd4ec0"/>
    <p:sldLayoutId xmlns:r="http://schemas.openxmlformats.org/officeDocument/2006/relationships" id="2147483654" r:id="Ree872f04cf47408a"/>
    <p:sldLayoutId xmlns:r="http://schemas.openxmlformats.org/officeDocument/2006/relationships" id="2147483655" r:id="Rcc6b9874daa94e53"/>
    <p:sldLayoutId xmlns:r="http://schemas.openxmlformats.org/officeDocument/2006/relationships" id="2147483656" r:id="R8c9085c7bbf2459e"/>
  </p:sldLayoutIdLst>
</p:sldMaster>
</file>

<file path=ppt/slideMasters/theme/theme1.xml><?xml version="1.0" encoding="utf-8"?>
<a:theme xmlns:a="http://schemas.openxmlformats.org/drawingml/2006/main" name="Mystique">
  <a:themeElements>
    <a:clrScheme name="Mystique">
      <a:dk1>
        <a:srgbClr val="FAE8FF"/>
      </a:dk1>
      <a:lt1>
        <a:srgbClr val="2E1065"/>
      </a:lt1>
      <a:dk2>
        <a:srgbClr val="E879F9"/>
      </a:dk2>
      <a:lt2>
        <a:srgbClr val="581C87"/>
      </a:lt2>
      <a:accent1>
        <a:srgbClr val="D946EF"/>
      </a:accent1>
      <a:accent2>
        <a:srgbClr val="34D399"/>
      </a:accent2>
      <a:accent3>
        <a:srgbClr val="D97706"/>
      </a:accent3>
      <a:accent4>
        <a:srgbClr val="F87171"/>
      </a:accent4>
      <a:accent5>
        <a:srgbClr val="7C3AED"/>
      </a:accent5>
      <a:accent6>
        <a:srgbClr val="0891B2"/>
      </a:accent6>
      <a:hlink>
        <a:srgbClr val="D946EF"/>
      </a:hlink>
      <a:folHlink>
        <a:srgbClr val="E879F9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
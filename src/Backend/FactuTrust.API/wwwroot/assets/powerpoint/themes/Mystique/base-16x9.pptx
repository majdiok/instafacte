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theme/theme1.xml" ContentType="application/vnd.openxmlformats-officedocument.theme+xml"/>
  <Override PartName="/ppt/notesMasters/notesMaster1.xml" ContentType="application/vnd.openxmlformats-officedocument.presentationml.notesMaster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75d3261aeed3411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e1bc5f355df448b"/>
  </p:sldMasterIdLst>
  <p:notesMasterIdLst>
    <p:notesMasterId xmlns:r="http://schemas.openxmlformats.org/officeDocument/2006/relationships" r:id="Rf5724f1ae07341e1"/>
  </p:notesMasterIdLst>
  <p:sldIdLst/>
  <p:sldSz cx="12192000" cy="6858000" type="screen16x9"/>
  <p:notesSz cx="6858000" cy="9144000"/>
  <p:defaultTextStyle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e1bc5f355df448b" /><Relationship Type="http://schemas.openxmlformats.org/officeDocument/2006/relationships/notesMaster" Target="/ppt/notesMasters/notesMaster1.xml" Id="Rf5724f1ae07341e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slideMasters/theme/theme1.xml" Id="R8fca99d6395d427a" /></Relationships>
</file>

<file path=ppt/notesMasters/notesMaster1.xml><?xml version="1.0" encoding="utf-8"?>
<p:notes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/>
</p:notesMaster>
</file>

<file path=ppt/slideLayouts/slideLayout1.xml><?xml version="1.0" encoding="utf-8"?>
<p:sldLayout xmlns:p="http://schemas.openxmlformats.org/presentationml/2006/main" type="title">
  <p:cSld>
    <p:spTree>
      <p:nvGrpSpPr>
        <p:cNvPr id="1" name="Layout_Cover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2.xml><?xml version="1.0" encoding="utf-8"?>
<p:sldLayout xmlns:p="http://schemas.openxmlformats.org/presentationml/2006/main" type="blank">
  <p:cSld>
    <p:spTree>
      <p:nvGrpSpPr>
        <p:cNvPr id="1" name="Layout_TitleAndContent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3.xml><?xml version="1.0" encoding="utf-8"?>
<p:sldLayout xmlns:p="http://schemas.openxmlformats.org/presentationml/2006/main" type="blank">
  <p:cSld>
    <p:spTree>
      <p:nvGrpSpPr>
        <p:cNvPr id="1" name="Layout_TitleAndContent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4.xml><?xml version="1.0" encoding="utf-8"?>
<p:sldLayout xmlns:p="http://schemas.openxmlformats.org/presentationml/2006/main" type="blank">
  <p:cSld>
    <p:spTree>
      <p:nvGrpSpPr>
        <p:cNvPr id="1" name="Layout_Section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5.xml><?xml version="1.0" encoding="utf-8"?>
<p:sldLayout xmlns:p="http://schemas.openxmlformats.org/presentationml/2006/main" type="blank">
  <p:cSld>
    <p:spTree>
      <p:nvGrpSpPr>
        <p:cNvPr id="1" name="Layout_TitleAndContent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6.xml><?xml version="1.0" encoding="utf-8"?>
<p:sldLayout xmlns:p="http://schemas.openxmlformats.org/presentationml/2006/main" type="blank">
  <p:cSld>
    <p:spTree>
      <p:nvGrpSpPr>
        <p:cNvPr id="1" name="Layout_TwoColumn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7.xml><?xml version="1.0" encoding="utf-8"?>
<p:sldLayout xmlns:p="http://schemas.openxmlformats.org/presentationml/2006/main" type="blank">
  <p:cSld>
    <p:spTree>
      <p:nvGrpSpPr>
        <p:cNvPr id="1" name="Layout_Blank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8.xml><?xml version="1.0" encoding="utf-8"?>
<p:sldLayout xmlns:p="http://schemas.openxmlformats.org/presentationml/2006/main" type="blank">
  <p:cSld>
    <p:spTree>
      <p:nvGrpSpPr>
        <p:cNvPr id="1" name="Layout_Credits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ae8029ed9943b3" /><Relationship Type="http://schemas.openxmlformats.org/officeDocument/2006/relationships/slideLayout" Target="/ppt/slideLayouts/slideLayout2.xml" Id="Rbb8b10c8b84942b2" /><Relationship Type="http://schemas.openxmlformats.org/officeDocument/2006/relationships/slideLayout" Target="/ppt/slideLayouts/slideLayout3.xml" Id="Re370e6c6d1dc4ef0" /><Relationship Type="http://schemas.openxmlformats.org/officeDocument/2006/relationships/slideLayout" Target="/ppt/slideLayouts/slideLayout4.xml" Id="R9041146bd11948fa" /><Relationship Type="http://schemas.openxmlformats.org/officeDocument/2006/relationships/slideLayout" Target="/ppt/slideLayouts/slideLayout5.xml" Id="Rc4687781d229473f" /><Relationship Type="http://schemas.openxmlformats.org/officeDocument/2006/relationships/slideLayout" Target="/ppt/slideLayouts/slideLayout6.xml" Id="R1e46d91ab9754fd4" /><Relationship Type="http://schemas.openxmlformats.org/officeDocument/2006/relationships/slideLayout" Target="/ppt/slideLayouts/slideLayout7.xml" Id="R6af8c9df78b54aed" /><Relationship Type="http://schemas.openxmlformats.org/officeDocument/2006/relationships/slideLayout" Target="/ppt/slideLayouts/slideLayout8.xml" Id="Rf0ee6864f60a4b57" /><Relationship Type="http://schemas.openxmlformats.org/officeDocument/2006/relationships/theme" Target="/ppt/slideMasters/theme/theme1.xml" Id="Rc1485800bbed4b4a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Master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/>
          <a:solidFill xmlns:a="http://schemas.openxmlformats.org/drawingml/2006/main">
            <a:srgbClr val="2E1065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3" name="MasterAccentBa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/>
          <a:solidFill xmlns:a="http://schemas.openxmlformats.org/drawingml/2006/main">
            <a:srgbClr val="D946E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0ae8029ed9943b3"/>
    <p:sldLayoutId xmlns:r="http://schemas.openxmlformats.org/officeDocument/2006/relationships" id="2147483650" r:id="Rbb8b10c8b84942b2"/>
    <p:sldLayoutId xmlns:r="http://schemas.openxmlformats.org/officeDocument/2006/relationships" id="2147483651" r:id="Re370e6c6d1dc4ef0"/>
    <p:sldLayoutId xmlns:r="http://schemas.openxmlformats.org/officeDocument/2006/relationships" id="2147483652" r:id="R9041146bd11948fa"/>
    <p:sldLayoutId xmlns:r="http://schemas.openxmlformats.org/officeDocument/2006/relationships" id="2147483653" r:id="Rc4687781d229473f"/>
    <p:sldLayoutId xmlns:r="http://schemas.openxmlformats.org/officeDocument/2006/relationships" id="2147483654" r:id="R1e46d91ab9754fd4"/>
    <p:sldLayoutId xmlns:r="http://schemas.openxmlformats.org/officeDocument/2006/relationships" id="2147483655" r:id="R6af8c9df78b54aed"/>
    <p:sldLayoutId xmlns:r="http://schemas.openxmlformats.org/officeDocument/2006/relationships" id="2147483656" r:id="Rf0ee6864f60a4b57"/>
  </p:sldLayoutIdLst>
</p:sldMaster>
</file>

<file path=ppt/slideMasters/theme/theme1.xml><?xml version="1.0" encoding="utf-8"?>
<a:theme xmlns:a="http://schemas.openxmlformats.org/drawingml/2006/main" name="Mystique">
  <a:themeElements>
    <a:clrScheme name="Mystique">
      <a:dk1>
        <a:srgbClr val="FAE8FF"/>
      </a:dk1>
      <a:lt1>
        <a:srgbClr val="2E1065"/>
      </a:lt1>
      <a:dk2>
        <a:srgbClr val="E879F9"/>
      </a:dk2>
      <a:lt2>
        <a:srgbClr val="581C87"/>
      </a:lt2>
      <a:accent1>
        <a:srgbClr val="D946EF"/>
      </a:accent1>
      <a:accent2>
        <a:srgbClr val="34D399"/>
      </a:accent2>
      <a:accent3>
        <a:srgbClr val="D97706"/>
      </a:accent3>
      <a:accent4>
        <a:srgbClr val="F87171"/>
      </a:accent4>
      <a:accent5>
        <a:srgbClr val="7C3AED"/>
      </a:accent5>
      <a:accent6>
        <a:srgbClr val="0891B2"/>
      </a:accent6>
      <a:hlink>
        <a:srgbClr val="D946EF"/>
      </a:hlink>
      <a:folHlink>
        <a:srgbClr val="E879F9"/>
      </a:folHlink>
    </a:clrScheme>
    <a:fontScheme name="Inter">
      <a:majorFont>
        <a:latin typeface="Inter"/>
        <a:ea typeface=""/>
        <a:cs typeface=""/>
      </a:majorFont>
      <a:minorFont>
        <a:latin typeface="Inter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rgbClr val="CFD8DC"/>
          </a:solidFill>
        </a:ln>
        <a:ln w="19050">
          <a:solidFill>
            <a:srgbClr val="90A4AE"/>
          </a:solidFill>
        </a:ln>
        <a:ln w="28575">
          <a:solidFill>
            <a:srgbClr val="455A64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
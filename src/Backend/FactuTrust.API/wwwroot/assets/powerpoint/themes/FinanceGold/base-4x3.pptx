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theme/theme1.xml" ContentType="application/vnd.openxmlformats-officedocument.theme+xml"/>
  <Override PartName="/ppt/notesMasters/notesMaster1.xml" ContentType="application/vnd.openxmlformats-officedocument.presentationml.notesMaster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f0fa7c19a192474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88cf2c99b3048d0"/>
  </p:sldMasterIdLst>
  <p:notesMasterIdLst>
    <p:notesMasterId xmlns:r="http://schemas.openxmlformats.org/officeDocument/2006/relationships" r:id="Rf4713fcd09b14947"/>
  </p:notesMasterIdLst>
  <p:sldIdLst/>
  <p:sldSz cx="9144000" cy="6858000" type="screen4x3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8cf2c99b3048d0" /><Relationship Type="http://schemas.openxmlformats.org/officeDocument/2006/relationships/notesMaster" Target="/ppt/notesMasters/notesMaster1.xml" Id="Rf4713fcd09b1494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1b2fa7e6e0144532" /></Relationships>
</file>

<file path=ppt/notesMasters/notesMaster1.xml><?xml version="1.0" encoding="utf-8"?>
<p:notes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/>
</p:notesMaster>
</file>

<file path=ppt/slideLayouts/slideLayout1.xml><?xml version="1.0" encoding="utf-8"?>
<p:sldLayout xmlns:p="http://schemas.openxmlformats.org/presentationml/2006/main" type="title">
  <p:cSld>
    <p:spTree>
      <p:nvGrpSpPr>
        <p:cNvPr id="1" name="Layout_Cover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blank">
  <p:cSld>
    <p:spTree>
      <p:nvGrpSpPr>
        <p:cNvPr id="1" name="Layout_Sectio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blank">
  <p:cSld>
    <p:spTree>
      <p:nvGrpSpPr>
        <p:cNvPr id="1" name="Layout_TwoColum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>
  <p:cSld>
    <p:spTree>
      <p:nvGrpSpPr>
        <p:cNvPr id="1" name="Layout_Blank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blank">
  <p:cSld>
    <p:spTree>
      <p:nvGrpSpPr>
        <p:cNvPr id="1" name="Layout_Credits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93f7392a4c4648" /><Relationship Type="http://schemas.openxmlformats.org/officeDocument/2006/relationships/slideLayout" Target="/ppt/slideLayouts/slideLayout2.xml" Id="Rd6ebb147d978440f" /><Relationship Type="http://schemas.openxmlformats.org/officeDocument/2006/relationships/slideLayout" Target="/ppt/slideLayouts/slideLayout3.xml" Id="R0725c41ecb3e4a0c" /><Relationship Type="http://schemas.openxmlformats.org/officeDocument/2006/relationships/slideLayout" Target="/ppt/slideLayouts/slideLayout4.xml" Id="Rd4f158b75068400d" /><Relationship Type="http://schemas.openxmlformats.org/officeDocument/2006/relationships/slideLayout" Target="/ppt/slideLayouts/slideLayout5.xml" Id="Rdb6aa66bda5c4821" /><Relationship Type="http://schemas.openxmlformats.org/officeDocument/2006/relationships/slideLayout" Target="/ppt/slideLayouts/slideLayout6.xml" Id="R0aba285cee944c07" /><Relationship Type="http://schemas.openxmlformats.org/officeDocument/2006/relationships/slideLayout" Target="/ppt/slideLayouts/slideLayout7.xml" Id="R2493d5c1ac054414" /><Relationship Type="http://schemas.openxmlformats.org/officeDocument/2006/relationships/slideLayout" Target="/ppt/slideLayouts/slideLayout8.xml" Id="Rc71d8999448a4447" /><Relationship Type="http://schemas.openxmlformats.org/officeDocument/2006/relationships/theme" Target="/ppt/slideMasters/theme/theme1.xml" Id="Rfcfdb677d50f4494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Master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/>
          <a:solidFill xmlns:a="http://schemas.openxmlformats.org/drawingml/2006/main">
            <a:srgbClr val="FEFCE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Mast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6200"/>
          </a:xfrm>
          <a:prstGeom xmlns:a="http://schemas.openxmlformats.org/drawingml/2006/main" prst="rect"/>
          <a:solidFill xmlns:a="http://schemas.openxmlformats.org/drawingml/2006/main">
            <a:srgbClr val="B4530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893f7392a4c4648"/>
    <p:sldLayoutId xmlns:r="http://schemas.openxmlformats.org/officeDocument/2006/relationships" id="2147483650" r:id="Rd6ebb147d978440f"/>
    <p:sldLayoutId xmlns:r="http://schemas.openxmlformats.org/officeDocument/2006/relationships" id="2147483651" r:id="R0725c41ecb3e4a0c"/>
    <p:sldLayoutId xmlns:r="http://schemas.openxmlformats.org/officeDocument/2006/relationships" id="2147483652" r:id="Rd4f158b75068400d"/>
    <p:sldLayoutId xmlns:r="http://schemas.openxmlformats.org/officeDocument/2006/relationships" id="2147483653" r:id="Rdb6aa66bda5c4821"/>
    <p:sldLayoutId xmlns:r="http://schemas.openxmlformats.org/officeDocument/2006/relationships" id="2147483654" r:id="R0aba285cee944c07"/>
    <p:sldLayoutId xmlns:r="http://schemas.openxmlformats.org/officeDocument/2006/relationships" id="2147483655" r:id="R2493d5c1ac054414"/>
    <p:sldLayoutId xmlns:r="http://schemas.openxmlformats.org/officeDocument/2006/relationships" id="2147483656" r:id="Rc71d8999448a4447"/>
  </p:sldLayoutIdLst>
</p:sldMaster>
</file>

<file path=ppt/slideMasters/theme/theme1.xml><?xml version="1.0" encoding="utf-8"?>
<a:theme xmlns:a="http://schemas.openxmlformats.org/drawingml/2006/main" name="Finance Gold">
  <a:themeElements>
    <a:clrScheme name="Finance Gold">
      <a:dk1>
        <a:srgbClr val="111827"/>
      </a:dk1>
      <a:lt1>
        <a:srgbClr val="FFFBEB"/>
      </a:lt1>
      <a:dk2>
        <a:srgbClr val="374151"/>
      </a:dk2>
      <a:lt2>
        <a:srgbClr val="FEFCE8"/>
      </a:lt2>
      <a:accent1>
        <a:srgbClr val="B45309"/>
      </a:accent1>
      <a:accent2>
        <a:srgbClr val="059669"/>
      </a:accent2>
      <a:accent3>
        <a:srgbClr val="D97706"/>
      </a:accent3>
      <a:accent4>
        <a:srgbClr val="DC2626"/>
      </a:accent4>
      <a:accent5>
        <a:srgbClr val="7C3AED"/>
      </a:accent5>
      <a:accent6>
        <a:srgbClr val="0891B2"/>
      </a:accent6>
      <a:hlink>
        <a:srgbClr val="B45309"/>
      </a:hlink>
      <a:folHlink>
        <a:srgbClr val="374151"/>
      </a:folHlink>
    </a:clrScheme>
    <a:fontScheme name="Georgia">
      <a:majorFont>
        <a:latin typeface="Georgia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rgbClr val="CFD8DC"/>
          </a:solidFill>
        </a:ln>
        <a:ln w="19050">
          <a:solidFill>
            <a:srgbClr val="90A4AE"/>
          </a:solidFill>
        </a:ln>
        <a:ln w="28575">
          <a:solidFill>
            <a:srgbClr val="455A64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
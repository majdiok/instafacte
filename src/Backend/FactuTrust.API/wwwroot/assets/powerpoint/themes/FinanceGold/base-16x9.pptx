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56d1225147746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0c5dc38bf24093"/>
  </p:sldMasterIdLst>
  <p:notesMasterIdLst>
    <p:notesMasterId xmlns:r="http://schemas.openxmlformats.org/officeDocument/2006/relationships" r:id="Rc519a866e75d4a8b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c5dc38bf24093" /><Relationship Type="http://schemas.openxmlformats.org/officeDocument/2006/relationships/notesMaster" Target="/ppt/notesMasters/notesMaster1.xml" Id="Rc519a866e75d4a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929c0c93edf64fa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148afcacd4c35" /><Relationship Type="http://schemas.openxmlformats.org/officeDocument/2006/relationships/slideLayout" Target="/ppt/slideLayouts/slideLayout2.xml" Id="R9b04397b5ef246d3" /><Relationship Type="http://schemas.openxmlformats.org/officeDocument/2006/relationships/slideLayout" Target="/ppt/slideLayouts/slideLayout3.xml" Id="R3b0faabc154e4228" /><Relationship Type="http://schemas.openxmlformats.org/officeDocument/2006/relationships/slideLayout" Target="/ppt/slideLayouts/slideLayout4.xml" Id="Rabe796052fc34733" /><Relationship Type="http://schemas.openxmlformats.org/officeDocument/2006/relationships/slideLayout" Target="/ppt/slideLayouts/slideLayout5.xml" Id="R4df816ca0ca749db" /><Relationship Type="http://schemas.openxmlformats.org/officeDocument/2006/relationships/slideLayout" Target="/ppt/slideLayouts/slideLayout6.xml" Id="R1f09f0e7eb934c7f" /><Relationship Type="http://schemas.openxmlformats.org/officeDocument/2006/relationships/slideLayout" Target="/ppt/slideLayouts/slideLayout7.xml" Id="Rbd683b3cd540489c" /><Relationship Type="http://schemas.openxmlformats.org/officeDocument/2006/relationships/slideLayout" Target="/ppt/slideLayouts/slideLayout8.xml" Id="R0549d48e29e3447e" /><Relationship Type="http://schemas.openxmlformats.org/officeDocument/2006/relationships/theme" Target="/ppt/slideMasters/theme/theme1.xml" Id="R7d70d9dd81a8402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EFC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2148afcacd4c35"/>
    <p:sldLayoutId xmlns:r="http://schemas.openxmlformats.org/officeDocument/2006/relationships" id="2147483650" r:id="R9b04397b5ef246d3"/>
    <p:sldLayoutId xmlns:r="http://schemas.openxmlformats.org/officeDocument/2006/relationships" id="2147483651" r:id="R3b0faabc154e4228"/>
    <p:sldLayoutId xmlns:r="http://schemas.openxmlformats.org/officeDocument/2006/relationships" id="2147483652" r:id="Rabe796052fc34733"/>
    <p:sldLayoutId xmlns:r="http://schemas.openxmlformats.org/officeDocument/2006/relationships" id="2147483653" r:id="R4df816ca0ca749db"/>
    <p:sldLayoutId xmlns:r="http://schemas.openxmlformats.org/officeDocument/2006/relationships" id="2147483654" r:id="R1f09f0e7eb934c7f"/>
    <p:sldLayoutId xmlns:r="http://schemas.openxmlformats.org/officeDocument/2006/relationships" id="2147483655" r:id="Rbd683b3cd540489c"/>
    <p:sldLayoutId xmlns:r="http://schemas.openxmlformats.org/officeDocument/2006/relationships" id="2147483656" r:id="R0549d48e29e3447e"/>
  </p:sldLayoutIdLst>
</p:sldMaster>
</file>

<file path=ppt/slideMasters/theme/theme1.xml><?xml version="1.0" encoding="utf-8"?>
<a:theme xmlns:a="http://schemas.openxmlformats.org/drawingml/2006/main" name="Finance Gold">
  <a:themeElements>
    <a:clrScheme name="Finance Gold">
      <a:dk1>
        <a:srgbClr val="111827"/>
      </a:dk1>
      <a:lt1>
        <a:srgbClr val="FFFBEB"/>
      </a:lt1>
      <a:dk2>
        <a:srgbClr val="374151"/>
      </a:dk2>
      <a:lt2>
        <a:srgbClr val="FEFCE8"/>
      </a:lt2>
      <a:accent1>
        <a:srgbClr val="B4530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B45309"/>
      </a:hlink>
      <a:folHlink>
        <a:srgbClr val="374151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
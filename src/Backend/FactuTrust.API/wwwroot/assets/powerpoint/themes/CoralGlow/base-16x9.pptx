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afb7418e4134e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2640b05cd34771"/>
  </p:sldMasterIdLst>
  <p:notesMasterIdLst>
    <p:notesMasterId xmlns:r="http://schemas.openxmlformats.org/officeDocument/2006/relationships" r:id="Racd9c98b881e4696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640b05cd34771" /><Relationship Type="http://schemas.openxmlformats.org/officeDocument/2006/relationships/notesMaster" Target="/ppt/notesMasters/notesMaster1.xml" Id="Racd9c98b881e46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fb44dbc194f449f9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0210ee6f44c66" /><Relationship Type="http://schemas.openxmlformats.org/officeDocument/2006/relationships/slideLayout" Target="/ppt/slideLayouts/slideLayout2.xml" Id="Refe7001149344f03" /><Relationship Type="http://schemas.openxmlformats.org/officeDocument/2006/relationships/slideLayout" Target="/ppt/slideLayouts/slideLayout3.xml" Id="R0ed8bd3427d54eb8" /><Relationship Type="http://schemas.openxmlformats.org/officeDocument/2006/relationships/slideLayout" Target="/ppt/slideLayouts/slideLayout4.xml" Id="R35542f7cd6ac4378" /><Relationship Type="http://schemas.openxmlformats.org/officeDocument/2006/relationships/slideLayout" Target="/ppt/slideLayouts/slideLayout5.xml" Id="R0484a446491940cb" /><Relationship Type="http://schemas.openxmlformats.org/officeDocument/2006/relationships/slideLayout" Target="/ppt/slideLayouts/slideLayout6.xml" Id="Rc294c0d5832b4b03" /><Relationship Type="http://schemas.openxmlformats.org/officeDocument/2006/relationships/slideLayout" Target="/ppt/slideLayouts/slideLayout7.xml" Id="R7b244dce4ea54191" /><Relationship Type="http://schemas.openxmlformats.org/officeDocument/2006/relationships/slideLayout" Target="/ppt/slideLayouts/slideLayout8.xml" Id="Rab654d888db24d6e" /><Relationship Type="http://schemas.openxmlformats.org/officeDocument/2006/relationships/theme" Target="/ppt/slideMasters/theme/theme1.xml" Id="R77d38a2783ef46f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FE4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f0210ee6f44c66"/>
    <p:sldLayoutId xmlns:r="http://schemas.openxmlformats.org/officeDocument/2006/relationships" id="2147483650" r:id="Refe7001149344f03"/>
    <p:sldLayoutId xmlns:r="http://schemas.openxmlformats.org/officeDocument/2006/relationships" id="2147483651" r:id="R0ed8bd3427d54eb8"/>
    <p:sldLayoutId xmlns:r="http://schemas.openxmlformats.org/officeDocument/2006/relationships" id="2147483652" r:id="R35542f7cd6ac4378"/>
    <p:sldLayoutId xmlns:r="http://schemas.openxmlformats.org/officeDocument/2006/relationships" id="2147483653" r:id="R0484a446491940cb"/>
    <p:sldLayoutId xmlns:r="http://schemas.openxmlformats.org/officeDocument/2006/relationships" id="2147483654" r:id="Rc294c0d5832b4b03"/>
    <p:sldLayoutId xmlns:r="http://schemas.openxmlformats.org/officeDocument/2006/relationships" id="2147483655" r:id="R7b244dce4ea54191"/>
    <p:sldLayoutId xmlns:r="http://schemas.openxmlformats.org/officeDocument/2006/relationships" id="2147483656" r:id="Rab654d888db24d6e"/>
  </p:sldLayoutIdLst>
</p:sldMaster>
</file>

<file path=ppt/slideMasters/theme/theme1.xml><?xml version="1.0" encoding="utf-8"?>
<a:theme xmlns:a="http://schemas.openxmlformats.org/drawingml/2006/main" name="Coral Glow">
  <a:themeElements>
    <a:clrScheme name="Coral Glow">
      <a:dk1>
        <a:srgbClr val="881337"/>
      </a:dk1>
      <a:lt1>
        <a:srgbClr val="FFF1F2"/>
      </a:lt1>
      <a:dk2>
        <a:srgbClr val="BE123C"/>
      </a:dk2>
      <a:lt2>
        <a:srgbClr val="FFE4E6"/>
      </a:lt2>
      <a:accent1>
        <a:srgbClr val="FB7185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FB7185"/>
      </a:hlink>
      <a:folHlink>
        <a:srgbClr val="BE123C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
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37a0c12674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dbfedb1c554231"/>
  </p:sldMasterIdLst>
  <p:notesMasterIdLst>
    <p:notesMasterId xmlns:r="http://schemas.openxmlformats.org/officeDocument/2006/relationships" r:id="R9e4966efa5be4a63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bfedb1c554231" /><Relationship Type="http://schemas.openxmlformats.org/officeDocument/2006/relationships/notesMaster" Target="/ppt/notesMasters/notesMaster1.xml" Id="R9e4966efa5be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e5272e3d129449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e1c3639684089" /><Relationship Type="http://schemas.openxmlformats.org/officeDocument/2006/relationships/slideLayout" Target="/ppt/slideLayouts/slideLayout2.xml" Id="R8d1ae053c30d47cc" /><Relationship Type="http://schemas.openxmlformats.org/officeDocument/2006/relationships/slideLayout" Target="/ppt/slideLayouts/slideLayout3.xml" Id="R6ad478a0165b4cf5" /><Relationship Type="http://schemas.openxmlformats.org/officeDocument/2006/relationships/slideLayout" Target="/ppt/slideLayouts/slideLayout4.xml" Id="Rac656298881d499f" /><Relationship Type="http://schemas.openxmlformats.org/officeDocument/2006/relationships/slideLayout" Target="/ppt/slideLayouts/slideLayout5.xml" Id="Ra66e4f779a7340d1" /><Relationship Type="http://schemas.openxmlformats.org/officeDocument/2006/relationships/slideLayout" Target="/ppt/slideLayouts/slideLayout6.xml" Id="R5e95fe5004d44c6d" /><Relationship Type="http://schemas.openxmlformats.org/officeDocument/2006/relationships/slideLayout" Target="/ppt/slideLayouts/slideLayout7.xml" Id="R2caef9c608e74b32" /><Relationship Type="http://schemas.openxmlformats.org/officeDocument/2006/relationships/slideLayout" Target="/ppt/slideLayouts/slideLayout8.xml" Id="Rd3979903085145ac" /><Relationship Type="http://schemas.openxmlformats.org/officeDocument/2006/relationships/theme" Target="/ppt/slideMasters/theme/theme1.xml" Id="Rcccb5227792a46a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FE4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e1c3639684089"/>
    <p:sldLayoutId xmlns:r="http://schemas.openxmlformats.org/officeDocument/2006/relationships" id="2147483650" r:id="R8d1ae053c30d47cc"/>
    <p:sldLayoutId xmlns:r="http://schemas.openxmlformats.org/officeDocument/2006/relationships" id="2147483651" r:id="R6ad478a0165b4cf5"/>
    <p:sldLayoutId xmlns:r="http://schemas.openxmlformats.org/officeDocument/2006/relationships" id="2147483652" r:id="Rac656298881d499f"/>
    <p:sldLayoutId xmlns:r="http://schemas.openxmlformats.org/officeDocument/2006/relationships" id="2147483653" r:id="Ra66e4f779a7340d1"/>
    <p:sldLayoutId xmlns:r="http://schemas.openxmlformats.org/officeDocument/2006/relationships" id="2147483654" r:id="R5e95fe5004d44c6d"/>
    <p:sldLayoutId xmlns:r="http://schemas.openxmlformats.org/officeDocument/2006/relationships" id="2147483655" r:id="R2caef9c608e74b32"/>
    <p:sldLayoutId xmlns:r="http://schemas.openxmlformats.org/officeDocument/2006/relationships" id="2147483656" r:id="Rd3979903085145ac"/>
  </p:sldLayoutIdLst>
</p:sldMaster>
</file>

<file path=ppt/slideMasters/theme/theme1.xml><?xml version="1.0" encoding="utf-8"?>
<a:theme xmlns:a="http://schemas.openxmlformats.org/drawingml/2006/main" name="Coral Glow">
  <a:themeElements>
    <a:clrScheme name="Coral Glow">
      <a:dk1>
        <a:srgbClr val="881337"/>
      </a:dk1>
      <a:lt1>
        <a:srgbClr val="FFF1F2"/>
      </a:lt1>
      <a:dk2>
        <a:srgbClr val="BE123C"/>
      </a:dk2>
      <a:lt2>
        <a:srgbClr val="FFE4E6"/>
      </a:lt2>
      <a:accent1>
        <a:srgbClr val="FB7185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FB7185"/>
      </a:hlink>
      <a:folHlink>
        <a:srgbClr val="BE123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
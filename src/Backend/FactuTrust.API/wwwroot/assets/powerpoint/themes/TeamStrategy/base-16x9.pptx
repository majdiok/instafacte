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077365cadb243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836486a4524393"/>
  </p:sldMasterIdLst>
  <p:notesMasterIdLst>
    <p:notesMasterId xmlns:r="http://schemas.openxmlformats.org/officeDocument/2006/relationships" r:id="R75d17991a2034bf1"/>
  </p:notesMasterIdLst>
  <p:sldIdLst/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836486a4524393" /><Relationship Type="http://schemas.openxmlformats.org/officeDocument/2006/relationships/notesMaster" Target="/ppt/notesMasters/notesMaster1.xml" Id="R75d17991a2034b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121d2d0f28dc4be7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576336cc6640b7" /><Relationship Type="http://schemas.openxmlformats.org/officeDocument/2006/relationships/slideLayout" Target="/ppt/slideLayouts/slideLayout2.xml" Id="R4d8a5f1d89544c44" /><Relationship Type="http://schemas.openxmlformats.org/officeDocument/2006/relationships/slideLayout" Target="/ppt/slideLayouts/slideLayout3.xml" Id="R91336da10fa04ec5" /><Relationship Type="http://schemas.openxmlformats.org/officeDocument/2006/relationships/slideLayout" Target="/ppt/slideLayouts/slideLayout4.xml" Id="R21c4756081c245ee" /><Relationship Type="http://schemas.openxmlformats.org/officeDocument/2006/relationships/slideLayout" Target="/ppt/slideLayouts/slideLayout5.xml" Id="R67c6de68c1cb4511" /><Relationship Type="http://schemas.openxmlformats.org/officeDocument/2006/relationships/slideLayout" Target="/ppt/slideLayouts/slideLayout6.xml" Id="Rcd541f3223794b94" /><Relationship Type="http://schemas.openxmlformats.org/officeDocument/2006/relationships/slideLayout" Target="/ppt/slideLayouts/slideLayout7.xml" Id="Rbdaf76a9242d4203" /><Relationship Type="http://schemas.openxmlformats.org/officeDocument/2006/relationships/slideLayout" Target="/ppt/slideLayouts/slideLayout8.xml" Id="Rf8989b42ae174d4b" /><Relationship Type="http://schemas.openxmlformats.org/officeDocument/2006/relationships/theme" Target="/ppt/slideMasters/theme/theme1.xml" Id="Re697ba47e5fd4d1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FEF08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0"/>
          </a:xfrm>
          <a:prstGeom xmlns:a="http://schemas.openxmlformats.org/drawingml/2006/main" prst="rect"/>
          <a:solidFill xmlns:a="http://schemas.openxmlformats.org/drawingml/2006/main">
            <a:srgbClr val="EAB30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5" name="MasterSide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67200" cy="6858000"/>
          </a:xfrm>
          <a:prstGeom xmlns:a="http://schemas.openxmlformats.org/drawingml/2006/main" prst="rect"/>
          <a:solidFill xmlns:a="http://schemas.openxmlformats.org/drawingml/2006/main">
            <a:srgbClr val="FEF9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576336cc6640b7"/>
    <p:sldLayoutId xmlns:r="http://schemas.openxmlformats.org/officeDocument/2006/relationships" id="2147483650" r:id="R4d8a5f1d89544c44"/>
    <p:sldLayoutId xmlns:r="http://schemas.openxmlformats.org/officeDocument/2006/relationships" id="2147483651" r:id="R91336da10fa04ec5"/>
    <p:sldLayoutId xmlns:r="http://schemas.openxmlformats.org/officeDocument/2006/relationships" id="2147483652" r:id="R21c4756081c245ee"/>
    <p:sldLayoutId xmlns:r="http://schemas.openxmlformats.org/officeDocument/2006/relationships" id="2147483653" r:id="R67c6de68c1cb4511"/>
    <p:sldLayoutId xmlns:r="http://schemas.openxmlformats.org/officeDocument/2006/relationships" id="2147483654" r:id="Rcd541f3223794b94"/>
    <p:sldLayoutId xmlns:r="http://schemas.openxmlformats.org/officeDocument/2006/relationships" id="2147483655" r:id="Rbdaf76a9242d4203"/>
    <p:sldLayoutId xmlns:r="http://schemas.openxmlformats.org/officeDocument/2006/relationships" id="2147483656" r:id="Rf8989b42ae174d4b"/>
  </p:sldLayoutIdLst>
</p:sldMaster>
</file>

<file path=ppt/slideMasters/theme/theme1.xml><?xml version="1.0" encoding="utf-8"?>
<a:theme xmlns:a="http://schemas.openxmlformats.org/drawingml/2006/main" name="Team Strategy">
  <a:themeElements>
    <a:clrScheme name="Team Strategy">
      <a:dk1>
        <a:srgbClr val="713F12"/>
      </a:dk1>
      <a:lt1>
        <a:srgbClr val="FEFCE8"/>
      </a:lt1>
      <a:dk2>
        <a:srgbClr val="A16207"/>
      </a:dk2>
      <a:lt2>
        <a:srgbClr val="FEF08A"/>
      </a:lt2>
      <a:accent1>
        <a:srgbClr val="EAB308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EAB308"/>
      </a:hlink>
      <a:folHlink>
        <a:srgbClr val="A1620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
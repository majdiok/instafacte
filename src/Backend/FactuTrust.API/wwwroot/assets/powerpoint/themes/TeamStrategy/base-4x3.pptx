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theme/theme1.xml" ContentType="application/vnd.openxmlformats-officedocument.theme+xml"/>
  <Override PartName="/ppt/notesMasters/notesMaster1.xml" ContentType="application/vnd.openxmlformats-officedocument.presentationml.notesMaster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f1d78b916c0b4f3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5f82e2bb1cd4065"/>
  </p:sldMasterIdLst>
  <p:notesMasterIdLst>
    <p:notesMasterId xmlns:r="http://schemas.openxmlformats.org/officeDocument/2006/relationships" r:id="R81bb1d230355445f"/>
  </p:notesMasterIdLst>
  <p:sldIdLst/>
  <p:sldSz cx="9144000" cy="6858000" type="screen4x3"/>
  <p:notesSz cx="6858000" cy="9144000"/>
  <p:defaultTextStyle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5f82e2bb1cd4065" /><Relationship Type="http://schemas.openxmlformats.org/officeDocument/2006/relationships/notesMaster" Target="/ppt/notesMasters/notesMaster1.xml" Id="R81bb1d230355445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slideMasters/theme/theme1.xml" Id="R30a79301f9444c49" /></Relationships>
</file>

<file path=ppt/notesMasters/notesMaster1.xml><?xml version="1.0" encoding="utf-8"?>
<p:notes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/>
</p:notesMaster>
</file>

<file path=ppt/slideLayouts/slideLayout1.xml><?xml version="1.0" encoding="utf-8"?>
<p:sldLayout xmlns:p="http://schemas.openxmlformats.org/presentationml/2006/main" type="title">
  <p:cSld>
    <p:spTree>
      <p:nvGrpSpPr>
        <p:cNvPr id="1" name="Layout_Cover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2.xml><?xml version="1.0" encoding="utf-8"?>
<p:sldLayout xmlns:p="http://schemas.openxmlformats.org/presentationml/2006/main" type="blank">
  <p:cSld>
    <p:spTree>
      <p:nvGrpSpPr>
        <p:cNvPr id="1" name="Layout_TitleAndContent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3.xml><?xml version="1.0" encoding="utf-8"?>
<p:sldLayout xmlns:p="http://schemas.openxmlformats.org/presentationml/2006/main" type="blank">
  <p:cSld>
    <p:spTree>
      <p:nvGrpSpPr>
        <p:cNvPr id="1" name="Layout_TitleAndContent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4.xml><?xml version="1.0" encoding="utf-8"?>
<p:sldLayout xmlns:p="http://schemas.openxmlformats.org/presentationml/2006/main" type="blank">
  <p:cSld>
    <p:spTree>
      <p:nvGrpSpPr>
        <p:cNvPr id="1" name="Layout_Section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5.xml><?xml version="1.0" encoding="utf-8"?>
<p:sldLayout xmlns:p="http://schemas.openxmlformats.org/presentationml/2006/main" type="blank">
  <p:cSld>
    <p:spTree>
      <p:nvGrpSpPr>
        <p:cNvPr id="1" name="Layout_TitleAndContent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6.xml><?xml version="1.0" encoding="utf-8"?>
<p:sldLayout xmlns:p="http://schemas.openxmlformats.org/presentationml/2006/main" type="blank">
  <p:cSld>
    <p:spTree>
      <p:nvGrpSpPr>
        <p:cNvPr id="1" name="Layout_TwoColumn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7.xml><?xml version="1.0" encoding="utf-8"?>
<p:sldLayout xmlns:p="http://schemas.openxmlformats.org/presentationml/2006/main" type="blank">
  <p:cSld>
    <p:spTree>
      <p:nvGrpSpPr>
        <p:cNvPr id="1" name="Layout_Blank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8.xml><?xml version="1.0" encoding="utf-8"?>
<p:sldLayout xmlns:p="http://schemas.openxmlformats.org/presentationml/2006/main" type="blank">
  <p:cSld>
    <p:spTree>
      <p:nvGrpSpPr>
        <p:cNvPr id="1" name="Layout_Credits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2c07f2288347c4" /><Relationship Type="http://schemas.openxmlformats.org/officeDocument/2006/relationships/slideLayout" Target="/ppt/slideLayouts/slideLayout2.xml" Id="Ra2d54c718f664c60" /><Relationship Type="http://schemas.openxmlformats.org/officeDocument/2006/relationships/slideLayout" Target="/ppt/slideLayouts/slideLayout3.xml" Id="R6a1e9cad58c847a4" /><Relationship Type="http://schemas.openxmlformats.org/officeDocument/2006/relationships/slideLayout" Target="/ppt/slideLayouts/slideLayout4.xml" Id="R1516e930a9a64782" /><Relationship Type="http://schemas.openxmlformats.org/officeDocument/2006/relationships/slideLayout" Target="/ppt/slideLayouts/slideLayout5.xml" Id="Rf086343eb7334ace" /><Relationship Type="http://schemas.openxmlformats.org/officeDocument/2006/relationships/slideLayout" Target="/ppt/slideLayouts/slideLayout6.xml" Id="R5436e7c3892a4d00" /><Relationship Type="http://schemas.openxmlformats.org/officeDocument/2006/relationships/slideLayout" Target="/ppt/slideLayouts/slideLayout7.xml" Id="R7e3f9ee7476e44d7" /><Relationship Type="http://schemas.openxmlformats.org/officeDocument/2006/relationships/slideLayout" Target="/ppt/slideLayouts/slideLayout8.xml" Id="R23a756f06c374e86" /><Relationship Type="http://schemas.openxmlformats.org/officeDocument/2006/relationships/theme" Target="/ppt/slideMasters/theme/theme1.xml" Id="Rd7ec9f104b094a03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MasterBackground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6858000"/>
          </a:xfrm>
          <a:prstGeom xmlns:a="http://schemas.openxmlformats.org/drawingml/2006/main" prst="rect"/>
          <a:solidFill xmlns:a="http://schemas.openxmlformats.org/drawingml/2006/main">
            <a:srgbClr val="FEF08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endParaRPr lang="fr-FR"/>
          </a:p>
        </p:txBody>
      </p:sp>
      <p:sp>
        <p:nvSpPr>
          <p:cNvPr id="3" name="MasterAccentBar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762000"/>
          </a:xfrm>
          <a:prstGeom xmlns:a="http://schemas.openxmlformats.org/drawingml/2006/main" prst="rect"/>
          <a:solidFill xmlns:a="http://schemas.openxmlformats.org/drawingml/2006/main">
            <a:srgbClr val="EAB308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endParaRPr lang="fr-FR"/>
          </a:p>
        </p:txBody>
      </p:sp>
      <p:sp>
        <p:nvSpPr>
          <p:cNvPr id="5" name="MasterSideBand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3200400" cy="6858000"/>
          </a:xfrm>
          <a:prstGeom xmlns:a="http://schemas.openxmlformats.org/drawingml/2006/main" prst="rect"/>
          <a:solidFill xmlns:a="http://schemas.openxmlformats.org/drawingml/2006/main">
            <a:srgbClr val="FEF9C3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92c07f2288347c4"/>
    <p:sldLayoutId xmlns:r="http://schemas.openxmlformats.org/officeDocument/2006/relationships" id="2147483650" r:id="Ra2d54c718f664c60"/>
    <p:sldLayoutId xmlns:r="http://schemas.openxmlformats.org/officeDocument/2006/relationships" id="2147483651" r:id="R6a1e9cad58c847a4"/>
    <p:sldLayoutId xmlns:r="http://schemas.openxmlformats.org/officeDocument/2006/relationships" id="2147483652" r:id="R1516e930a9a64782"/>
    <p:sldLayoutId xmlns:r="http://schemas.openxmlformats.org/officeDocument/2006/relationships" id="2147483653" r:id="Rf086343eb7334ace"/>
    <p:sldLayoutId xmlns:r="http://schemas.openxmlformats.org/officeDocument/2006/relationships" id="2147483654" r:id="R5436e7c3892a4d00"/>
    <p:sldLayoutId xmlns:r="http://schemas.openxmlformats.org/officeDocument/2006/relationships" id="2147483655" r:id="R7e3f9ee7476e44d7"/>
    <p:sldLayoutId xmlns:r="http://schemas.openxmlformats.org/officeDocument/2006/relationships" id="2147483656" r:id="R23a756f06c374e86"/>
  </p:sldLayoutIdLst>
</p:sldMaster>
</file>

<file path=ppt/slideMasters/theme/theme1.xml><?xml version="1.0" encoding="utf-8"?>
<a:theme xmlns:a="http://schemas.openxmlformats.org/drawingml/2006/main" name="Team Strategy">
  <a:themeElements>
    <a:clrScheme name="Team Strategy">
      <a:dk1>
        <a:srgbClr val="713F12"/>
      </a:dk1>
      <a:lt1>
        <a:srgbClr val="FEFCE8"/>
      </a:lt1>
      <a:dk2>
        <a:srgbClr val="A16207"/>
      </a:dk2>
      <a:lt2>
        <a:srgbClr val="FEF08A"/>
      </a:lt2>
      <a:accent1>
        <a:srgbClr val="EAB308"/>
      </a:accent1>
      <a:accent2>
        <a:srgbClr val="059669"/>
      </a:accent2>
      <a:accent3>
        <a:srgbClr val="D97706"/>
      </a:accent3>
      <a:accent4>
        <a:srgbClr val="DC2626"/>
      </a:accent4>
      <a:accent5>
        <a:srgbClr val="7C3AED"/>
      </a:accent5>
      <a:accent6>
        <a:srgbClr val="0891B2"/>
      </a:accent6>
      <a:hlink>
        <a:srgbClr val="EAB308"/>
      </a:hlink>
      <a:folHlink>
        <a:srgbClr val="A16207"/>
      </a:folHlink>
    </a:clrScheme>
    <a:fontScheme name="Inter">
      <a:majorFont>
        <a:latin typeface="Inter"/>
        <a:ea typeface=""/>
        <a:cs typeface=""/>
      </a:majorFont>
      <a:minorFont>
        <a:latin typeface="Inter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rgbClr val="CFD8DC"/>
          </a:solidFill>
        </a:ln>
        <a:ln w="19050">
          <a:solidFill>
            <a:srgbClr val="90A4AE"/>
          </a:solidFill>
        </a:ln>
        <a:ln w="28575">
          <a:solidFill>
            <a:srgbClr val="455A64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
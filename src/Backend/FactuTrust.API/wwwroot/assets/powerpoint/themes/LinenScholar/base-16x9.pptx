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5e2049a46f444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a43cf3ef524786"/>
  </p:sldMasterIdLst>
  <p:notesMasterIdLst>
    <p:notesMasterId xmlns:r="http://schemas.openxmlformats.org/officeDocument/2006/relationships" r:id="R7874ca27235a4a98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43cf3ef524786" /><Relationship Type="http://schemas.openxmlformats.org/officeDocument/2006/relationships/notesMaster" Target="/ppt/notesMasters/notesMaster1.xml" Id="R7874ca27235a4a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dd55feae3a64bdc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577d255024bae" /><Relationship Type="http://schemas.openxmlformats.org/officeDocument/2006/relationships/slideLayout" Target="/ppt/slideLayouts/slideLayout2.xml" Id="Ra1370137759346de" /><Relationship Type="http://schemas.openxmlformats.org/officeDocument/2006/relationships/slideLayout" Target="/ppt/slideLayouts/slideLayout3.xml" Id="Rd35bbbc0577946ef" /><Relationship Type="http://schemas.openxmlformats.org/officeDocument/2006/relationships/slideLayout" Target="/ppt/slideLayouts/slideLayout4.xml" Id="Ra86e5012146f4854" /><Relationship Type="http://schemas.openxmlformats.org/officeDocument/2006/relationships/slideLayout" Target="/ppt/slideLayouts/slideLayout5.xml" Id="R15114d9b921f4e7b" /><Relationship Type="http://schemas.openxmlformats.org/officeDocument/2006/relationships/slideLayout" Target="/ppt/slideLayouts/slideLayout6.xml" Id="Reae13afb0a4741a6" /><Relationship Type="http://schemas.openxmlformats.org/officeDocument/2006/relationships/slideLayout" Target="/ppt/slideLayouts/slideLayout7.xml" Id="Re7b686b6b2c7479a" /><Relationship Type="http://schemas.openxmlformats.org/officeDocument/2006/relationships/slideLayout" Target="/ppt/slideLayouts/slideLayout8.xml" Id="R2740dd57d7794f43" /><Relationship Type="http://schemas.openxmlformats.org/officeDocument/2006/relationships/theme" Target="/ppt/slideMasters/theme/theme1.xml" Id="R7311b24de09d4ae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5EF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0"/>
            <a:ext cx="5120640" cy="6858000"/>
          </a:xfrm>
          <a:prstGeom xmlns:a="http://schemas.openxmlformats.org/drawingml/2006/main" prst="rect"/>
          <a:solidFill xmlns:a="http://schemas.openxmlformats.org/drawingml/2006/main">
            <a:srgbClr val="FEF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3577d255024bae"/>
    <p:sldLayoutId xmlns:r="http://schemas.openxmlformats.org/officeDocument/2006/relationships" id="2147483650" r:id="Ra1370137759346de"/>
    <p:sldLayoutId xmlns:r="http://schemas.openxmlformats.org/officeDocument/2006/relationships" id="2147483651" r:id="Rd35bbbc0577946ef"/>
    <p:sldLayoutId xmlns:r="http://schemas.openxmlformats.org/officeDocument/2006/relationships" id="2147483652" r:id="Ra86e5012146f4854"/>
    <p:sldLayoutId xmlns:r="http://schemas.openxmlformats.org/officeDocument/2006/relationships" id="2147483653" r:id="R15114d9b921f4e7b"/>
    <p:sldLayoutId xmlns:r="http://schemas.openxmlformats.org/officeDocument/2006/relationships" id="2147483654" r:id="Reae13afb0a4741a6"/>
    <p:sldLayoutId xmlns:r="http://schemas.openxmlformats.org/officeDocument/2006/relationships" id="2147483655" r:id="Re7b686b6b2c7479a"/>
    <p:sldLayoutId xmlns:r="http://schemas.openxmlformats.org/officeDocument/2006/relationships" id="2147483656" r:id="R2740dd57d7794f43"/>
  </p:sldLayoutIdLst>
</p:sldMaster>
</file>

<file path=ppt/slideMasters/theme/theme1.xml><?xml version="1.0" encoding="utf-8"?>
<a:theme xmlns:a="http://schemas.openxmlformats.org/drawingml/2006/main" name="Linen Scholar">
  <a:themeElements>
    <a:clrScheme name="Linen Scholar">
      <a:dk1>
        <a:srgbClr val="1C1917"/>
      </a:dk1>
      <a:lt1>
        <a:srgbClr val="FAF6F0"/>
      </a:lt1>
      <a:dk2>
        <a:srgbClr val="44403C"/>
      </a:dk2>
      <a:lt2>
        <a:srgbClr val="F5EFE5"/>
      </a:lt2>
      <a:accent1>
        <a:srgbClr val="78350F"/>
      </a:accent1>
      <a:accent2>
        <a:srgbClr val="1C1917"/>
      </a:accent2>
      <a:accent3>
        <a:srgbClr val="5C2C0C"/>
      </a:accent3>
      <a:accent4>
        <a:srgbClr val="7C2D12"/>
      </a:accent4>
      <a:accent5>
        <a:srgbClr val="92400E"/>
      </a:accent5>
      <a:accent6>
        <a:srgbClr val="B45309"/>
      </a:accent6>
      <a:hlink>
        <a:srgbClr val="78350F"/>
      </a:hlink>
      <a:folHlink>
        <a:srgbClr val="44403C"/>
      </a:folHlink>
    </a:clrScheme>
    <a:fontScheme name="Georgi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
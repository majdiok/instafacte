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f57144667e2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39fe7e39446ae"/>
  </p:sldMasterIdLst>
  <p:notesMasterIdLst>
    <p:notesMasterId xmlns:r="http://schemas.openxmlformats.org/officeDocument/2006/relationships" r:id="R72f29bd969094253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39fe7e39446ae" /><Relationship Type="http://schemas.openxmlformats.org/officeDocument/2006/relationships/notesMaster" Target="/ppt/notesMasters/notesMaster1.xml" Id="R72f29bd96909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a0b1165c38b482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19c5c057d4402" /><Relationship Type="http://schemas.openxmlformats.org/officeDocument/2006/relationships/slideLayout" Target="/ppt/slideLayouts/slideLayout2.xml" Id="Rdbbdeb3b738441ce" /><Relationship Type="http://schemas.openxmlformats.org/officeDocument/2006/relationships/slideLayout" Target="/ppt/slideLayouts/slideLayout3.xml" Id="Rdec46f9e098e4b23" /><Relationship Type="http://schemas.openxmlformats.org/officeDocument/2006/relationships/slideLayout" Target="/ppt/slideLayouts/slideLayout4.xml" Id="Rd38acb88c3314030" /><Relationship Type="http://schemas.openxmlformats.org/officeDocument/2006/relationships/slideLayout" Target="/ppt/slideLayouts/slideLayout5.xml" Id="Rd4f1d1a263114063" /><Relationship Type="http://schemas.openxmlformats.org/officeDocument/2006/relationships/slideLayout" Target="/ppt/slideLayouts/slideLayout6.xml" Id="R18294a009df847e6" /><Relationship Type="http://schemas.openxmlformats.org/officeDocument/2006/relationships/slideLayout" Target="/ppt/slideLayouts/slideLayout7.xml" Id="R4bb5f279a5d34f7a" /><Relationship Type="http://schemas.openxmlformats.org/officeDocument/2006/relationships/slideLayout" Target="/ppt/slideLayouts/slideLayout8.xml" Id="R998b4405adb645cc" /><Relationship Type="http://schemas.openxmlformats.org/officeDocument/2006/relationships/theme" Target="/ppt/slideMasters/theme/theme1.xml" Id="R2a8d4c20d577418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5EF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0"/>
            <a:ext cx="3840480" cy="6858000"/>
          </a:xfrm>
          <a:prstGeom xmlns:a="http://schemas.openxmlformats.org/drawingml/2006/main" prst="rect"/>
          <a:solidFill xmlns:a="http://schemas.openxmlformats.org/drawingml/2006/main">
            <a:srgbClr val="FEF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19c5c057d4402"/>
    <p:sldLayoutId xmlns:r="http://schemas.openxmlformats.org/officeDocument/2006/relationships" id="2147483650" r:id="Rdbbdeb3b738441ce"/>
    <p:sldLayoutId xmlns:r="http://schemas.openxmlformats.org/officeDocument/2006/relationships" id="2147483651" r:id="Rdec46f9e098e4b23"/>
    <p:sldLayoutId xmlns:r="http://schemas.openxmlformats.org/officeDocument/2006/relationships" id="2147483652" r:id="Rd38acb88c3314030"/>
    <p:sldLayoutId xmlns:r="http://schemas.openxmlformats.org/officeDocument/2006/relationships" id="2147483653" r:id="Rd4f1d1a263114063"/>
    <p:sldLayoutId xmlns:r="http://schemas.openxmlformats.org/officeDocument/2006/relationships" id="2147483654" r:id="R18294a009df847e6"/>
    <p:sldLayoutId xmlns:r="http://schemas.openxmlformats.org/officeDocument/2006/relationships" id="2147483655" r:id="R4bb5f279a5d34f7a"/>
    <p:sldLayoutId xmlns:r="http://schemas.openxmlformats.org/officeDocument/2006/relationships" id="2147483656" r:id="R998b4405adb645cc"/>
  </p:sldLayoutIdLst>
</p:sldMaster>
</file>

<file path=ppt/slideMasters/theme/theme1.xml><?xml version="1.0" encoding="utf-8"?>
<a:theme xmlns:a="http://schemas.openxmlformats.org/drawingml/2006/main" name="Linen Scholar">
  <a:themeElements>
    <a:clrScheme name="Linen Scholar">
      <a:dk1>
        <a:srgbClr val="1C1917"/>
      </a:dk1>
      <a:lt1>
        <a:srgbClr val="FAF6F0"/>
      </a:lt1>
      <a:dk2>
        <a:srgbClr val="44403C"/>
      </a:dk2>
      <a:lt2>
        <a:srgbClr val="F5EFE5"/>
      </a:lt2>
      <a:accent1>
        <a:srgbClr val="78350F"/>
      </a:accent1>
      <a:accent2>
        <a:srgbClr val="1C1917"/>
      </a:accent2>
      <a:accent3>
        <a:srgbClr val="5C2C0C"/>
      </a:accent3>
      <a:accent4>
        <a:srgbClr val="7C2D12"/>
      </a:accent4>
      <a:accent5>
        <a:srgbClr val="92400E"/>
      </a:accent5>
      <a:accent6>
        <a:srgbClr val="B45309"/>
      </a:accent6>
      <a:hlink>
        <a:srgbClr val="78350F"/>
      </a:hlink>
      <a:folHlink>
        <a:srgbClr val="44403C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
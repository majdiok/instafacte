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3d5be8b57e447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dc8cbcff3a4639"/>
  </p:sldMasterIdLst>
  <p:notesMasterIdLst>
    <p:notesMasterId xmlns:r="http://schemas.openxmlformats.org/officeDocument/2006/relationships" r:id="Rf320b807ab474df0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c8cbcff3a4639" /><Relationship Type="http://schemas.openxmlformats.org/officeDocument/2006/relationships/notesMaster" Target="/ppt/notesMasters/notesMaster1.xml" Id="Rf320b807ab474d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f3024548125c459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033c1bbea4bb5" /><Relationship Type="http://schemas.openxmlformats.org/officeDocument/2006/relationships/slideLayout" Target="/ppt/slideLayouts/slideLayout2.xml" Id="R2c793928484f4246" /><Relationship Type="http://schemas.openxmlformats.org/officeDocument/2006/relationships/slideLayout" Target="/ppt/slideLayouts/slideLayout3.xml" Id="Re89c168ece064459" /><Relationship Type="http://schemas.openxmlformats.org/officeDocument/2006/relationships/slideLayout" Target="/ppt/slideLayouts/slideLayout4.xml" Id="R0b628f5e01794d88" /><Relationship Type="http://schemas.openxmlformats.org/officeDocument/2006/relationships/slideLayout" Target="/ppt/slideLayouts/slideLayout5.xml" Id="R23492481b4134406" /><Relationship Type="http://schemas.openxmlformats.org/officeDocument/2006/relationships/slideLayout" Target="/ppt/slideLayouts/slideLayout6.xml" Id="R8e2e3a79b3ac4a9d" /><Relationship Type="http://schemas.openxmlformats.org/officeDocument/2006/relationships/slideLayout" Target="/ppt/slideLayouts/slideLayout7.xml" Id="Rc2c03eecd2ec48d5" /><Relationship Type="http://schemas.openxmlformats.org/officeDocument/2006/relationships/slideLayout" Target="/ppt/slideLayouts/slideLayout8.xml" Id="Rfc807d18d6484b68" /><Relationship Type="http://schemas.openxmlformats.org/officeDocument/2006/relationships/theme" Target="/ppt/slideMasters/theme/theme1.xml" Id="R170cf9e8ba4843d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CE7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0" cy="6858000"/>
          </a:xfrm>
          <a:prstGeom xmlns:a="http://schemas.openxmlformats.org/drawingml/2006/main" prst="rect"/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f033c1bbea4bb5"/>
    <p:sldLayoutId xmlns:r="http://schemas.openxmlformats.org/officeDocument/2006/relationships" id="2147483650" r:id="R2c793928484f4246"/>
    <p:sldLayoutId xmlns:r="http://schemas.openxmlformats.org/officeDocument/2006/relationships" id="2147483651" r:id="Re89c168ece064459"/>
    <p:sldLayoutId xmlns:r="http://schemas.openxmlformats.org/officeDocument/2006/relationships" id="2147483652" r:id="R0b628f5e01794d88"/>
    <p:sldLayoutId xmlns:r="http://schemas.openxmlformats.org/officeDocument/2006/relationships" id="2147483653" r:id="R23492481b4134406"/>
    <p:sldLayoutId xmlns:r="http://schemas.openxmlformats.org/officeDocument/2006/relationships" id="2147483654" r:id="R8e2e3a79b3ac4a9d"/>
    <p:sldLayoutId xmlns:r="http://schemas.openxmlformats.org/officeDocument/2006/relationships" id="2147483655" r:id="Rc2c03eecd2ec48d5"/>
    <p:sldLayoutId xmlns:r="http://schemas.openxmlformats.org/officeDocument/2006/relationships" id="2147483656" r:id="Rfc807d18d6484b68"/>
  </p:sldLayoutIdLst>
</p:sldMaster>
</file>

<file path=ppt/slideMasters/theme/theme1.xml><?xml version="1.0" encoding="utf-8"?>
<a:theme xmlns:a="http://schemas.openxmlformats.org/drawingml/2006/main" name="Art Academy">
  <a:themeElements>
    <a:clrScheme name="Art Academy">
      <a:dk1>
        <a:srgbClr val="831843"/>
      </a:dk1>
      <a:lt1>
        <a:srgbClr val="FDF2F8"/>
      </a:lt1>
      <a:dk2>
        <a:srgbClr val="BE185D"/>
      </a:dk2>
      <a:lt2>
        <a:srgbClr val="FCE7F3"/>
      </a:lt2>
      <a:accent1>
        <a:srgbClr val="EC489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EC4899"/>
      </a:hlink>
      <a:folHlink>
        <a:srgbClr val="BE185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
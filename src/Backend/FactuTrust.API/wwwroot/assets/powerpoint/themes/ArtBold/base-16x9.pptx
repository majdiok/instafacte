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2bc70f2347b4c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f550610c494496"/>
  </p:sldMasterIdLst>
  <p:notesMasterIdLst>
    <p:notesMasterId xmlns:r="http://schemas.openxmlformats.org/officeDocument/2006/relationships" r:id="R2d3955c3e6d9405f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f550610c494496" /><Relationship Type="http://schemas.openxmlformats.org/officeDocument/2006/relationships/notesMaster" Target="/ppt/notesMasters/notesMaster1.xml" Id="R2d3955c3e6d940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11d1523d04dc45cd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302bfa9054d65" /><Relationship Type="http://schemas.openxmlformats.org/officeDocument/2006/relationships/slideLayout" Target="/ppt/slideLayouts/slideLayout2.xml" Id="R50dccb96e4d3493d" /><Relationship Type="http://schemas.openxmlformats.org/officeDocument/2006/relationships/slideLayout" Target="/ppt/slideLayouts/slideLayout3.xml" Id="R3cf3d6bdb6574dca" /><Relationship Type="http://schemas.openxmlformats.org/officeDocument/2006/relationships/slideLayout" Target="/ppt/slideLayouts/slideLayout4.xml" Id="R0799393ae3934bea" /><Relationship Type="http://schemas.openxmlformats.org/officeDocument/2006/relationships/slideLayout" Target="/ppt/slideLayouts/slideLayout5.xml" Id="R69f5c88653f64cf9" /><Relationship Type="http://schemas.openxmlformats.org/officeDocument/2006/relationships/slideLayout" Target="/ppt/slideLayouts/slideLayout6.xml" Id="R43a6505bf271430c" /><Relationship Type="http://schemas.openxmlformats.org/officeDocument/2006/relationships/slideLayout" Target="/ppt/slideLayouts/slideLayout7.xml" Id="R8e384304e2c846ee" /><Relationship Type="http://schemas.openxmlformats.org/officeDocument/2006/relationships/slideLayout" Target="/ppt/slideLayouts/slideLayout8.xml" Id="R6c44269d69cc442f" /><Relationship Type="http://schemas.openxmlformats.org/officeDocument/2006/relationships/theme" Target="/ppt/slideMasters/theme/theme1.xml" Id="R23aa7ecd3c524c68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FCE7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Side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" cy="6858000"/>
          </a:xfrm>
          <a:prstGeom xmlns:a="http://schemas.openxmlformats.org/drawingml/2006/main" prst="rect"/>
          <a:solidFill xmlns:a="http://schemas.openxmlformats.org/drawingml/2006/main">
            <a:srgbClr val="EC489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3302bfa9054d65"/>
    <p:sldLayoutId xmlns:r="http://schemas.openxmlformats.org/officeDocument/2006/relationships" id="2147483650" r:id="R50dccb96e4d3493d"/>
    <p:sldLayoutId xmlns:r="http://schemas.openxmlformats.org/officeDocument/2006/relationships" id="2147483651" r:id="R3cf3d6bdb6574dca"/>
    <p:sldLayoutId xmlns:r="http://schemas.openxmlformats.org/officeDocument/2006/relationships" id="2147483652" r:id="R0799393ae3934bea"/>
    <p:sldLayoutId xmlns:r="http://schemas.openxmlformats.org/officeDocument/2006/relationships" id="2147483653" r:id="R69f5c88653f64cf9"/>
    <p:sldLayoutId xmlns:r="http://schemas.openxmlformats.org/officeDocument/2006/relationships" id="2147483654" r:id="R43a6505bf271430c"/>
    <p:sldLayoutId xmlns:r="http://schemas.openxmlformats.org/officeDocument/2006/relationships" id="2147483655" r:id="R8e384304e2c846ee"/>
    <p:sldLayoutId xmlns:r="http://schemas.openxmlformats.org/officeDocument/2006/relationships" id="2147483656" r:id="R6c44269d69cc442f"/>
  </p:sldLayoutIdLst>
</p:sldMaster>
</file>

<file path=ppt/slideMasters/theme/theme1.xml><?xml version="1.0" encoding="utf-8"?>
<a:theme xmlns:a="http://schemas.openxmlformats.org/drawingml/2006/main" name="Art Academy">
  <a:themeElements>
    <a:clrScheme name="Art Academy">
      <a:dk1>
        <a:srgbClr val="831843"/>
      </a:dk1>
      <a:lt1>
        <a:srgbClr val="FDF2F8"/>
      </a:lt1>
      <a:dk2>
        <a:srgbClr val="BE185D"/>
      </a:dk2>
      <a:lt2>
        <a:srgbClr val="FCE7F3"/>
      </a:lt2>
      <a:accent1>
        <a:srgbClr val="EC4899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EC4899"/>
      </a:hlink>
      <a:folHlink>
        <a:srgbClr val="BE185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
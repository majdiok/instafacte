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afc9285d4764b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310118ee1c4ced"/>
  </p:sldMasterIdLst>
  <p:notesMasterIdLst>
    <p:notesMasterId xmlns:r="http://schemas.openxmlformats.org/officeDocument/2006/relationships" r:id="R35e3d8be0a6d4fc8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310118ee1c4ced" /><Relationship Type="http://schemas.openxmlformats.org/officeDocument/2006/relationships/notesMaster" Target="/ppt/notesMasters/notesMaster1.xml" Id="R35e3d8be0a6d4f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f474374d91a4328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6e301d5df415b" /><Relationship Type="http://schemas.openxmlformats.org/officeDocument/2006/relationships/slideLayout" Target="/ppt/slideLayouts/slideLayout2.xml" Id="R8f089c88e14c4518" /><Relationship Type="http://schemas.openxmlformats.org/officeDocument/2006/relationships/slideLayout" Target="/ppt/slideLayouts/slideLayout3.xml" Id="R0cd53c2518634a5e" /><Relationship Type="http://schemas.openxmlformats.org/officeDocument/2006/relationships/slideLayout" Target="/ppt/slideLayouts/slideLayout4.xml" Id="R43796cb8557a4e37" /><Relationship Type="http://schemas.openxmlformats.org/officeDocument/2006/relationships/slideLayout" Target="/ppt/slideLayouts/slideLayout5.xml" Id="R3283056d058848b8" /><Relationship Type="http://schemas.openxmlformats.org/officeDocument/2006/relationships/slideLayout" Target="/ppt/slideLayouts/slideLayout6.xml" Id="R9c1999cf9ae64424" /><Relationship Type="http://schemas.openxmlformats.org/officeDocument/2006/relationships/slideLayout" Target="/ppt/slideLayouts/slideLayout7.xml" Id="Rcb4cdbd14f884a07" /><Relationship Type="http://schemas.openxmlformats.org/officeDocument/2006/relationships/slideLayout" Target="/ppt/slideLayouts/slideLayout8.xml" Id="R7b0937dbd16043f8" /><Relationship Type="http://schemas.openxmlformats.org/officeDocument/2006/relationships/theme" Target="/ppt/slideMasters/theme/theme1.xml" Id="Rfab7fbdbb4614aa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0A0E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/>
          <a:solidFill xmlns:a="http://schemas.openxmlformats.org/drawingml/2006/main">
            <a:srgbClr val="00E5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/>
          <a:solidFill xmlns:a="http://schemas.openxmlformats.org/drawingml/2006/main">
            <a:srgbClr val="00E5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CornerGlow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333500"/>
            <a:ext cx="4000500" cy="4000500"/>
          </a:xfrm>
          <a:prstGeom xmlns:a="http://schemas.openxmlformats.org/drawingml/2006/main" prst="rect"/>
          <a:solidFill xmlns:a="http://schemas.openxmlformats.org/drawingml/2006/main">
            <a:srgbClr val="00606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96e301d5df415b"/>
    <p:sldLayoutId xmlns:r="http://schemas.openxmlformats.org/officeDocument/2006/relationships" id="2147483650" r:id="R8f089c88e14c4518"/>
    <p:sldLayoutId xmlns:r="http://schemas.openxmlformats.org/officeDocument/2006/relationships" id="2147483651" r:id="R0cd53c2518634a5e"/>
    <p:sldLayoutId xmlns:r="http://schemas.openxmlformats.org/officeDocument/2006/relationships" id="2147483652" r:id="R43796cb8557a4e37"/>
    <p:sldLayoutId xmlns:r="http://schemas.openxmlformats.org/officeDocument/2006/relationships" id="2147483653" r:id="R3283056d058848b8"/>
    <p:sldLayoutId xmlns:r="http://schemas.openxmlformats.org/officeDocument/2006/relationships" id="2147483654" r:id="R9c1999cf9ae64424"/>
    <p:sldLayoutId xmlns:r="http://schemas.openxmlformats.org/officeDocument/2006/relationships" id="2147483655" r:id="Rcb4cdbd14f884a07"/>
    <p:sldLayoutId xmlns:r="http://schemas.openxmlformats.org/officeDocument/2006/relationships" id="2147483656" r:id="R7b0937dbd16043f8"/>
  </p:sldLayoutIdLst>
</p:sldMaster>
</file>

<file path=ppt/slideMasters/theme/theme1.xml><?xml version="1.0" encoding="utf-8"?>
<a:theme xmlns:a="http://schemas.openxmlformats.org/drawingml/2006/main" name="Neon Blade">
  <a:themeElements>
    <a:clrScheme name="Neon Blade">
      <a:dk1>
        <a:srgbClr val="E0F7FA"/>
      </a:dk1>
      <a:lt1>
        <a:srgbClr val="0A0E1A"/>
      </a:lt1>
      <a:dk2>
        <a:srgbClr val="80DEEA"/>
      </a:dk2>
      <a:lt2>
        <a:srgbClr val="111827"/>
      </a:lt2>
      <a:accent1>
        <a:srgbClr val="00E5FF"/>
      </a:accent1>
      <a:accent2>
        <a:srgbClr val="00E676"/>
      </a:accent2>
      <a:accent3>
        <a:srgbClr val="FF6E40"/>
      </a:accent3>
      <a:accent4>
        <a:srgbClr val="B388FF"/>
      </a:accent4>
      <a:accent5>
        <a:srgbClr val="FFD600"/>
      </a:accent5>
      <a:accent6>
        <a:srgbClr val="40C4FF"/>
      </a:accent6>
      <a:hlink>
        <a:srgbClr val="00E5FF"/>
      </a:hlink>
      <a:folHlink>
        <a:srgbClr val="80DEEA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
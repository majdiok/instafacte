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theme/theme1.xml" ContentType="application/vnd.openxmlformats-officedocument.theme+xml"/>
  <Override PartName="/ppt/notesMasters/notesMaster1.xml" ContentType="application/vnd.openxmlformats-officedocument.presentationml.notesMaster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584f59e72c70422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b7eb0992fca42f1"/>
  </p:sldMasterIdLst>
  <p:notesMasterIdLst>
    <p:notesMasterId xmlns:r="http://schemas.openxmlformats.org/officeDocument/2006/relationships" r:id="R54bfb0db6dfe4ff6"/>
  </p:notesMasterIdLst>
  <p:sldIdLst/>
  <p:sldSz cx="9144000" cy="6858000" type="screen4x3"/>
  <p:notesSz cx="6858000" cy="9144000"/>
  <p:defaultTextStyle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7eb0992fca42f1" /><Relationship Type="http://schemas.openxmlformats.org/officeDocument/2006/relationships/notesMaster" Target="/ppt/notesMasters/notesMaster1.xml" Id="R54bfb0db6dfe4ff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23a909bf2f5e40d7" /></Relationships>
</file>

<file path=ppt/notesMasters/notesMaster1.xml><?xml version="1.0" encoding="utf-8"?>
<p:notes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/>
</p:notesMaster>
</file>

<file path=ppt/slideLayouts/slideLayout1.xml><?xml version="1.0" encoding="utf-8"?>
<p:sldLayout xmlns:p="http://schemas.openxmlformats.org/presentationml/2006/main" type="title">
  <p:cSld>
    <p:spTree>
      <p:nvGrpSpPr>
        <p:cNvPr id="1" name="Layout_Cover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2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3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4.xml><?xml version="1.0" encoding="utf-8"?>
<p:sldLayout xmlns:p="http://schemas.openxmlformats.org/presentationml/2006/main" type="blank">
  <p:cSld>
    <p:spTree>
      <p:nvGrpSpPr>
        <p:cNvPr id="1" name="Layout_Section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5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6.xml><?xml version="1.0" encoding="utf-8"?>
<p:sldLayout xmlns:p="http://schemas.openxmlformats.org/presentationml/2006/main" type="blank">
  <p:cSld>
    <p:spTree>
      <p:nvGrpSpPr>
        <p:cNvPr id="1" name="Layout_TwoColumn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7.xml><?xml version="1.0" encoding="utf-8"?>
<p:sldLayout xmlns:p="http://schemas.openxmlformats.org/presentationml/2006/main" type="blank">
  <p:cSld>
    <p:spTree>
      <p:nvGrpSpPr>
        <p:cNvPr id="1" name="Layout_Blank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8.xml><?xml version="1.0" encoding="utf-8"?>
<p:sldLayout xmlns:p="http://schemas.openxmlformats.org/presentationml/2006/main" type="blank">
  <p:cSld>
    <p:spTree>
      <p:nvGrpSpPr>
        <p:cNvPr id="1" name="Layout_Credits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867e583b9a4060" /><Relationship Type="http://schemas.openxmlformats.org/officeDocument/2006/relationships/slideLayout" Target="/ppt/slideLayouts/slideLayout2.xml" Id="Rfb2713dd51414264" /><Relationship Type="http://schemas.openxmlformats.org/officeDocument/2006/relationships/slideLayout" Target="/ppt/slideLayouts/slideLayout3.xml" Id="Rddd5ae040d18494a" /><Relationship Type="http://schemas.openxmlformats.org/officeDocument/2006/relationships/slideLayout" Target="/ppt/slideLayouts/slideLayout4.xml" Id="R13b28e1d6f214844" /><Relationship Type="http://schemas.openxmlformats.org/officeDocument/2006/relationships/slideLayout" Target="/ppt/slideLayouts/slideLayout5.xml" Id="R13b834fd95124115" /><Relationship Type="http://schemas.openxmlformats.org/officeDocument/2006/relationships/slideLayout" Target="/ppt/slideLayouts/slideLayout6.xml" Id="Rd8d7cc3c12f14d12" /><Relationship Type="http://schemas.openxmlformats.org/officeDocument/2006/relationships/slideLayout" Target="/ppt/slideLayouts/slideLayout7.xml" Id="R6e58d58e5be146dc" /><Relationship Type="http://schemas.openxmlformats.org/officeDocument/2006/relationships/slideLayout" Target="/ppt/slideLayouts/slideLayout8.xml" Id="Rfe5c01402cd44a53" /><Relationship Type="http://schemas.openxmlformats.org/officeDocument/2006/relationships/theme" Target="/ppt/slideMasters/theme/theme1.xml" Id="R8d496174198b4a45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Master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/>
          <a:solidFill xmlns:a="http://schemas.openxmlformats.org/drawingml/2006/main">
            <a:srgbClr val="F4F4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3" name="MasterAccent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76200"/>
          </a:xfrm>
          <a:prstGeom xmlns:a="http://schemas.openxmlformats.org/drawingml/2006/main" prst="rect"/>
          <a:solidFill xmlns:a="http://schemas.openxmlformats.org/drawingml/2006/main">
            <a:srgbClr val="71717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5867e583b9a4060"/>
    <p:sldLayoutId xmlns:r="http://schemas.openxmlformats.org/officeDocument/2006/relationships" id="2147483650" r:id="Rfb2713dd51414264"/>
    <p:sldLayoutId xmlns:r="http://schemas.openxmlformats.org/officeDocument/2006/relationships" id="2147483651" r:id="Rddd5ae040d18494a"/>
    <p:sldLayoutId xmlns:r="http://schemas.openxmlformats.org/officeDocument/2006/relationships" id="2147483652" r:id="R13b28e1d6f214844"/>
    <p:sldLayoutId xmlns:r="http://schemas.openxmlformats.org/officeDocument/2006/relationships" id="2147483653" r:id="R13b834fd95124115"/>
    <p:sldLayoutId xmlns:r="http://schemas.openxmlformats.org/officeDocument/2006/relationships" id="2147483654" r:id="Rd8d7cc3c12f14d12"/>
    <p:sldLayoutId xmlns:r="http://schemas.openxmlformats.org/officeDocument/2006/relationships" id="2147483655" r:id="R6e58d58e5be146dc"/>
    <p:sldLayoutId xmlns:r="http://schemas.openxmlformats.org/officeDocument/2006/relationships" id="2147483656" r:id="Rfe5c01402cd44a53"/>
  </p:sldLayoutIdLst>
</p:sldMaster>
</file>

<file path=ppt/slideMasters/theme/theme1.xml><?xml version="1.0" encoding="utf-8"?>
<a:theme xmlns:a="http://schemas.openxmlformats.org/drawingml/2006/main" name="Ash">
  <a:themeElements>
    <a:clrScheme name="Ash">
      <a:dk1>
        <a:srgbClr val="18181B"/>
      </a:dk1>
      <a:lt1>
        <a:srgbClr val="FAFAFA"/>
      </a:lt1>
      <a:dk2>
        <a:srgbClr val="52525B"/>
      </a:dk2>
      <a:lt2>
        <a:srgbClr val="F4F4F5"/>
      </a:lt2>
      <a:accent1>
        <a:srgbClr val="71717A"/>
      </a:accent1>
      <a:accent2>
        <a:srgbClr val="059669"/>
      </a:accent2>
      <a:accent3>
        <a:srgbClr val="D97706"/>
      </a:accent3>
      <a:accent4>
        <a:srgbClr val="DC2626"/>
      </a:accent4>
      <a:accent5>
        <a:srgbClr val="7C3AED"/>
      </a:accent5>
      <a:accent6>
        <a:srgbClr val="0891B2"/>
      </a:accent6>
      <a:hlink>
        <a:srgbClr val="71717A"/>
      </a:hlink>
      <a:folHlink>
        <a:srgbClr val="52525B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rgbClr val="CFD8DC"/>
          </a:solidFill>
        </a:ln>
        <a:ln w="19050">
          <a:solidFill>
            <a:srgbClr val="90A4AE"/>
          </a:solidFill>
        </a:ln>
        <a:ln w="28575">
          <a:solidFill>
            <a:srgbClr val="455A64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
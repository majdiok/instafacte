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536073b0ebe41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7e27cf7d2544ad"/>
  </p:sldMasterIdLst>
  <p:notesMasterIdLst>
    <p:notesMasterId xmlns:r="http://schemas.openxmlformats.org/officeDocument/2006/relationships" r:id="R43d01f76ad324ab0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7e27cf7d2544ad" /><Relationship Type="http://schemas.openxmlformats.org/officeDocument/2006/relationships/notesMaster" Target="/ppt/notesMasters/notesMaster1.xml" Id="R43d01f76ad324a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09910f6750694f44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1afcb07704599" /><Relationship Type="http://schemas.openxmlformats.org/officeDocument/2006/relationships/slideLayout" Target="/ppt/slideLayouts/slideLayout2.xml" Id="R163d2e12b5024174" /><Relationship Type="http://schemas.openxmlformats.org/officeDocument/2006/relationships/slideLayout" Target="/ppt/slideLayouts/slideLayout3.xml" Id="R207302370d4441d0" /><Relationship Type="http://schemas.openxmlformats.org/officeDocument/2006/relationships/slideLayout" Target="/ppt/slideLayouts/slideLayout4.xml" Id="R0d4cdb3f743c4ff8" /><Relationship Type="http://schemas.openxmlformats.org/officeDocument/2006/relationships/slideLayout" Target="/ppt/slideLayouts/slideLayout5.xml" Id="Ra88aef9248d044af" /><Relationship Type="http://schemas.openxmlformats.org/officeDocument/2006/relationships/slideLayout" Target="/ppt/slideLayouts/slideLayout6.xml" Id="R9eddf39f1efe4148" /><Relationship Type="http://schemas.openxmlformats.org/officeDocument/2006/relationships/slideLayout" Target="/ppt/slideLayouts/slideLayout7.xml" Id="R872bf4c12c4a45a2" /><Relationship Type="http://schemas.openxmlformats.org/officeDocument/2006/relationships/slideLayout" Target="/ppt/slideLayouts/slideLayout8.xml" Id="R8c55a3978a1e413a" /><Relationship Type="http://schemas.openxmlformats.org/officeDocument/2006/relationships/theme" Target="/ppt/slideMasters/theme/theme1.xml" Id="Rdcbf8b73f71d458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4F4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/>
          <a:solidFill xmlns:a="http://schemas.openxmlformats.org/drawingml/2006/main">
            <a:srgbClr val="7171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31afcb07704599"/>
    <p:sldLayoutId xmlns:r="http://schemas.openxmlformats.org/officeDocument/2006/relationships" id="2147483650" r:id="R163d2e12b5024174"/>
    <p:sldLayoutId xmlns:r="http://schemas.openxmlformats.org/officeDocument/2006/relationships" id="2147483651" r:id="R207302370d4441d0"/>
    <p:sldLayoutId xmlns:r="http://schemas.openxmlformats.org/officeDocument/2006/relationships" id="2147483652" r:id="R0d4cdb3f743c4ff8"/>
    <p:sldLayoutId xmlns:r="http://schemas.openxmlformats.org/officeDocument/2006/relationships" id="2147483653" r:id="Ra88aef9248d044af"/>
    <p:sldLayoutId xmlns:r="http://schemas.openxmlformats.org/officeDocument/2006/relationships" id="2147483654" r:id="R9eddf39f1efe4148"/>
    <p:sldLayoutId xmlns:r="http://schemas.openxmlformats.org/officeDocument/2006/relationships" id="2147483655" r:id="R872bf4c12c4a45a2"/>
    <p:sldLayoutId xmlns:r="http://schemas.openxmlformats.org/officeDocument/2006/relationships" id="2147483656" r:id="R8c55a3978a1e413a"/>
  </p:sldLayoutIdLst>
</p:sldMaster>
</file>

<file path=ppt/slideMasters/theme/theme1.xml><?xml version="1.0" encoding="utf-8"?>
<a:theme xmlns:a="http://schemas.openxmlformats.org/drawingml/2006/main" name="Ash">
  <a:themeElements>
    <a:clrScheme name="Ash">
      <a:dk1>
        <a:srgbClr val="18181B"/>
      </a:dk1>
      <a:lt1>
        <a:srgbClr val="FAFAFA"/>
      </a:lt1>
      <a:dk2>
        <a:srgbClr val="52525B"/>
      </a:dk2>
      <a:lt2>
        <a:srgbClr val="F4F4F5"/>
      </a:lt2>
      <a:accent1>
        <a:srgbClr val="71717A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71717A"/>
      </a:hlink>
      <a:folHlink>
        <a:srgbClr val="52525B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
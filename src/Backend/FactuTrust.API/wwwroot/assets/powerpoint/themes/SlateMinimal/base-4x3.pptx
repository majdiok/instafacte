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31dc46be6c348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9f301c60b64c39"/>
  </p:sldMasterIdLst>
  <p:notesMasterIdLst>
    <p:notesMasterId xmlns:r="http://schemas.openxmlformats.org/officeDocument/2006/relationships" r:id="R57920a5bb5bd450a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9f301c60b64c39" /><Relationship Type="http://schemas.openxmlformats.org/officeDocument/2006/relationships/notesMaster" Target="/ppt/notesMasters/notesMaster1.xml" Id="R57920a5bb5bd45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0e117f62a0414e34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e5d5274b749b8" /><Relationship Type="http://schemas.openxmlformats.org/officeDocument/2006/relationships/slideLayout" Target="/ppt/slideLayouts/slideLayout2.xml" Id="R6fbce280829a4314" /><Relationship Type="http://schemas.openxmlformats.org/officeDocument/2006/relationships/slideLayout" Target="/ppt/slideLayouts/slideLayout3.xml" Id="R3cacb153d9a14701" /><Relationship Type="http://schemas.openxmlformats.org/officeDocument/2006/relationships/slideLayout" Target="/ppt/slideLayouts/slideLayout4.xml" Id="Re5b1ee711a5e486c" /><Relationship Type="http://schemas.openxmlformats.org/officeDocument/2006/relationships/slideLayout" Target="/ppt/slideLayouts/slideLayout5.xml" Id="R6fa132ce569247b7" /><Relationship Type="http://schemas.openxmlformats.org/officeDocument/2006/relationships/slideLayout" Target="/ppt/slideLayouts/slideLayout6.xml" Id="R2e765b14a9624c7c" /><Relationship Type="http://schemas.openxmlformats.org/officeDocument/2006/relationships/slideLayout" Target="/ppt/slideLayouts/slideLayout7.xml" Id="R58cc1828a3504942" /><Relationship Type="http://schemas.openxmlformats.org/officeDocument/2006/relationships/slideLayout" Target="/ppt/slideLayouts/slideLayout8.xml" Id="Rd22d34b63b4947b3" /><Relationship Type="http://schemas.openxmlformats.org/officeDocument/2006/relationships/theme" Target="/ppt/slideMasters/theme/theme1.xml" Id="R95e4d1b958534e2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0"/>
            <a:ext cx="3840480" cy="6858000"/>
          </a:xfrm>
          <a:prstGeom xmlns:a="http://schemas.openxmlformats.org/drawingml/2006/main" prst="rect"/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3e5d5274b749b8"/>
    <p:sldLayoutId xmlns:r="http://schemas.openxmlformats.org/officeDocument/2006/relationships" id="2147483650" r:id="R6fbce280829a4314"/>
    <p:sldLayoutId xmlns:r="http://schemas.openxmlformats.org/officeDocument/2006/relationships" id="2147483651" r:id="R3cacb153d9a14701"/>
    <p:sldLayoutId xmlns:r="http://schemas.openxmlformats.org/officeDocument/2006/relationships" id="2147483652" r:id="Re5b1ee711a5e486c"/>
    <p:sldLayoutId xmlns:r="http://schemas.openxmlformats.org/officeDocument/2006/relationships" id="2147483653" r:id="R6fa132ce569247b7"/>
    <p:sldLayoutId xmlns:r="http://schemas.openxmlformats.org/officeDocument/2006/relationships" id="2147483654" r:id="R2e765b14a9624c7c"/>
    <p:sldLayoutId xmlns:r="http://schemas.openxmlformats.org/officeDocument/2006/relationships" id="2147483655" r:id="R58cc1828a3504942"/>
    <p:sldLayoutId xmlns:r="http://schemas.openxmlformats.org/officeDocument/2006/relationships" id="2147483656" r:id="Rd22d34b63b4947b3"/>
  </p:sldLayoutIdLst>
</p:sldMaster>
</file>

<file path=ppt/slideMasters/theme/theme1.xml><?xml version="1.0" encoding="utf-8"?>
<a:theme xmlns:a="http://schemas.openxmlformats.org/drawingml/2006/main" name="Slate Minimal">
  <a:themeElements>
    <a:clrScheme name="Slate Minimal">
      <a:dk1>
        <a:srgbClr val="0F172A"/>
      </a:dk1>
      <a:lt1>
        <a:srgbClr val="F8FAFC"/>
      </a:lt1>
      <a:dk2>
        <a:srgbClr val="334155"/>
      </a:dk2>
      <a:lt2>
        <a:srgbClr val="F1F5F9"/>
      </a:lt2>
      <a:accent1>
        <a:srgbClr val="64748B"/>
      </a:accent1>
      <a:accent2>
        <a:srgbClr val="0F172A"/>
      </a:accent2>
      <a:accent3>
        <a:srgbClr val="475569"/>
      </a:accent3>
      <a:accent4>
        <a:srgbClr val="94A3B8"/>
      </a:accent4>
      <a:accent5>
        <a:srgbClr val="CBD5E1"/>
      </a:accent5>
      <a:accent6>
        <a:srgbClr val="E2E8F0"/>
      </a:accent6>
      <a:hlink>
        <a:srgbClr val="64748B"/>
      </a:hlink>
      <a:folHlink>
        <a:srgbClr val="334155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
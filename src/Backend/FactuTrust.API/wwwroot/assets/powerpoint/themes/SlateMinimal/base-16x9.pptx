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5a675e4af2e41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e983b68f064607"/>
  </p:sldMasterIdLst>
  <p:notesMasterIdLst>
    <p:notesMasterId xmlns:r="http://schemas.openxmlformats.org/officeDocument/2006/relationships" r:id="R86f0bc32759544bd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983b68f064607" /><Relationship Type="http://schemas.openxmlformats.org/officeDocument/2006/relationships/notesMaster" Target="/ppt/notesMasters/notesMaster1.xml" Id="R86f0bc32759544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e0d35ba76384f6f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69084fc0d4511" /><Relationship Type="http://schemas.openxmlformats.org/officeDocument/2006/relationships/slideLayout" Target="/ppt/slideLayouts/slideLayout2.xml" Id="Re0a834b8940944fd" /><Relationship Type="http://schemas.openxmlformats.org/officeDocument/2006/relationships/slideLayout" Target="/ppt/slideLayouts/slideLayout3.xml" Id="R3ad34c5a69744808" /><Relationship Type="http://schemas.openxmlformats.org/officeDocument/2006/relationships/slideLayout" Target="/ppt/slideLayouts/slideLayout4.xml" Id="Re22d835e5c33499f" /><Relationship Type="http://schemas.openxmlformats.org/officeDocument/2006/relationships/slideLayout" Target="/ppt/slideLayouts/slideLayout5.xml" Id="R2c19af48da454b1b" /><Relationship Type="http://schemas.openxmlformats.org/officeDocument/2006/relationships/slideLayout" Target="/ppt/slideLayouts/slideLayout6.xml" Id="R805bcff2cc9e4e86" /><Relationship Type="http://schemas.openxmlformats.org/officeDocument/2006/relationships/slideLayout" Target="/ppt/slideLayouts/slideLayout7.xml" Id="R9376be151d72470c" /><Relationship Type="http://schemas.openxmlformats.org/officeDocument/2006/relationships/slideLayout" Target="/ppt/slideLayouts/slideLayout8.xml" Id="R7d5eee37102f40bf" /><Relationship Type="http://schemas.openxmlformats.org/officeDocument/2006/relationships/theme" Target="/ppt/slideMasters/theme/theme1.xml" Id="R2959fa934e2c4b6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0"/>
            <a:ext cx="5120640" cy="6858000"/>
          </a:xfrm>
          <a:prstGeom xmlns:a="http://schemas.openxmlformats.org/drawingml/2006/main" prst="rect"/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869084fc0d4511"/>
    <p:sldLayoutId xmlns:r="http://schemas.openxmlformats.org/officeDocument/2006/relationships" id="2147483650" r:id="Re0a834b8940944fd"/>
    <p:sldLayoutId xmlns:r="http://schemas.openxmlformats.org/officeDocument/2006/relationships" id="2147483651" r:id="R3ad34c5a69744808"/>
    <p:sldLayoutId xmlns:r="http://schemas.openxmlformats.org/officeDocument/2006/relationships" id="2147483652" r:id="Re22d835e5c33499f"/>
    <p:sldLayoutId xmlns:r="http://schemas.openxmlformats.org/officeDocument/2006/relationships" id="2147483653" r:id="R2c19af48da454b1b"/>
    <p:sldLayoutId xmlns:r="http://schemas.openxmlformats.org/officeDocument/2006/relationships" id="2147483654" r:id="R805bcff2cc9e4e86"/>
    <p:sldLayoutId xmlns:r="http://schemas.openxmlformats.org/officeDocument/2006/relationships" id="2147483655" r:id="R9376be151d72470c"/>
    <p:sldLayoutId xmlns:r="http://schemas.openxmlformats.org/officeDocument/2006/relationships" id="2147483656" r:id="R7d5eee37102f40bf"/>
  </p:sldLayoutIdLst>
</p:sldMaster>
</file>

<file path=ppt/slideMasters/theme/theme1.xml><?xml version="1.0" encoding="utf-8"?>
<a:theme xmlns:a="http://schemas.openxmlformats.org/drawingml/2006/main" name="Slate Minimal">
  <a:themeElements>
    <a:clrScheme name="Slate Minimal">
      <a:dk1>
        <a:srgbClr val="0F172A"/>
      </a:dk1>
      <a:lt1>
        <a:srgbClr val="F8FAFC"/>
      </a:lt1>
      <a:dk2>
        <a:srgbClr val="334155"/>
      </a:dk2>
      <a:lt2>
        <a:srgbClr val="F1F5F9"/>
      </a:lt2>
      <a:accent1>
        <a:srgbClr val="64748B"/>
      </a:accent1>
      <a:accent2>
        <a:srgbClr val="0F172A"/>
      </a:accent2>
      <a:accent3>
        <a:srgbClr val="475569"/>
      </a:accent3>
      <a:accent4>
        <a:srgbClr val="94A3B8"/>
      </a:accent4>
      <a:accent5>
        <a:srgbClr val="CBD5E1"/>
      </a:accent5>
      <a:accent6>
        <a:srgbClr val="E2E8F0"/>
      </a:accent6>
      <a:hlink>
        <a:srgbClr val="64748B"/>
      </a:hlink>
      <a:folHlink>
        <a:srgbClr val="334155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
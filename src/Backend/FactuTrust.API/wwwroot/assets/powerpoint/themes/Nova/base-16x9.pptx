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c3cb0e0417c4d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e5dce73e6a414b"/>
  </p:sldMasterIdLst>
  <p:notesMasterIdLst>
    <p:notesMasterId xmlns:r="http://schemas.openxmlformats.org/officeDocument/2006/relationships" r:id="Rb8e6259723b84b13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e5dce73e6a414b" /><Relationship Type="http://schemas.openxmlformats.org/officeDocument/2006/relationships/notesMaster" Target="/ppt/notesMasters/notesMaster1.xml" Id="Rb8e6259723b84b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b774399eb34c48a5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b703a471d4c88" /><Relationship Type="http://schemas.openxmlformats.org/officeDocument/2006/relationships/slideLayout" Target="/ppt/slideLayouts/slideLayout2.xml" Id="R44e7789f93fd464c" /><Relationship Type="http://schemas.openxmlformats.org/officeDocument/2006/relationships/slideLayout" Target="/ppt/slideLayouts/slideLayout3.xml" Id="R7c2311ff66154b1a" /><Relationship Type="http://schemas.openxmlformats.org/officeDocument/2006/relationships/slideLayout" Target="/ppt/slideLayouts/slideLayout4.xml" Id="R40fbcc4b62114ebc" /><Relationship Type="http://schemas.openxmlformats.org/officeDocument/2006/relationships/slideLayout" Target="/ppt/slideLayouts/slideLayout5.xml" Id="R7411cd8420464c02" /><Relationship Type="http://schemas.openxmlformats.org/officeDocument/2006/relationships/slideLayout" Target="/ppt/slideLayouts/slideLayout6.xml" Id="Rcd590df840fa4359" /><Relationship Type="http://schemas.openxmlformats.org/officeDocument/2006/relationships/slideLayout" Target="/ppt/slideLayouts/slideLayout7.xml" Id="R12da002838924c38" /><Relationship Type="http://schemas.openxmlformats.org/officeDocument/2006/relationships/slideLayout" Target="/ppt/slideLayouts/slideLayout8.xml" Id="Rccfde05a4bc247c3" /><Relationship Type="http://schemas.openxmlformats.org/officeDocument/2006/relationships/theme" Target="/ppt/slideMasters/theme/theme1.xml" Id="R9c31cfaa7ba54ee9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FFEDD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F9731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ab703a471d4c88"/>
    <p:sldLayoutId xmlns:r="http://schemas.openxmlformats.org/officeDocument/2006/relationships" id="2147483650" r:id="R44e7789f93fd464c"/>
    <p:sldLayoutId xmlns:r="http://schemas.openxmlformats.org/officeDocument/2006/relationships" id="2147483651" r:id="R7c2311ff66154b1a"/>
    <p:sldLayoutId xmlns:r="http://schemas.openxmlformats.org/officeDocument/2006/relationships" id="2147483652" r:id="R40fbcc4b62114ebc"/>
    <p:sldLayoutId xmlns:r="http://schemas.openxmlformats.org/officeDocument/2006/relationships" id="2147483653" r:id="R7411cd8420464c02"/>
    <p:sldLayoutId xmlns:r="http://schemas.openxmlformats.org/officeDocument/2006/relationships" id="2147483654" r:id="Rcd590df840fa4359"/>
    <p:sldLayoutId xmlns:r="http://schemas.openxmlformats.org/officeDocument/2006/relationships" id="2147483655" r:id="R12da002838924c38"/>
    <p:sldLayoutId xmlns:r="http://schemas.openxmlformats.org/officeDocument/2006/relationships" id="2147483656" r:id="Rccfde05a4bc247c3"/>
  </p:sldLayoutIdLst>
</p:sldMaster>
</file>

<file path=ppt/slideMasters/theme/theme1.xml><?xml version="1.0" encoding="utf-8"?>
<a:theme xmlns:a="http://schemas.openxmlformats.org/drawingml/2006/main" name="Nova">
  <a:themeElements>
    <a:clrScheme name="Nova">
      <a:dk1>
        <a:srgbClr val="7C2D12"/>
      </a:dk1>
      <a:lt1>
        <a:srgbClr val="FFF7ED"/>
      </a:lt1>
      <a:dk2>
        <a:srgbClr val="C2410C"/>
      </a:dk2>
      <a:lt2>
        <a:srgbClr val="FFEDD5"/>
      </a:lt2>
      <a:accent1>
        <a:srgbClr val="F97316"/>
      </a:accent1>
      <a:accent2>
        <a:srgbClr val="059669"/>
      </a:accent2>
      <a:accent3>
        <a:srgbClr val="D97706"/>
      </a:accent3>
      <a:accent4>
        <a:srgbClr val="DC2626"/>
      </a:accent4>
      <a:accent5>
        <a:srgbClr val="7C3AED"/>
      </a:accent5>
      <a:accent6>
        <a:srgbClr val="0891B2"/>
      </a:accent6>
      <a:hlink>
        <a:srgbClr val="F97316"/>
      </a:hlink>
      <a:folHlink>
        <a:srgbClr val="C2410C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
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7d00ef9e02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790c704eb8422f"/>
  </p:sldMasterIdLst>
  <p:notesMasterIdLst>
    <p:notesMasterId xmlns:r="http://schemas.openxmlformats.org/officeDocument/2006/relationships" r:id="R5edf2052c9b24e27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90c704eb8422f" /><Relationship Type="http://schemas.openxmlformats.org/officeDocument/2006/relationships/notesMaster" Target="/ppt/notesMasters/notesMaster1.xml" Id="R5edf2052c9b2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489e08ee334444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33f10f5c54062" /><Relationship Type="http://schemas.openxmlformats.org/officeDocument/2006/relationships/slideLayout" Target="/ppt/slideLayouts/slideLayout2.xml" Id="R7260da04aea1465e" /><Relationship Type="http://schemas.openxmlformats.org/officeDocument/2006/relationships/slideLayout" Target="/ppt/slideLayouts/slideLayout3.xml" Id="R4743568db7d54306" /><Relationship Type="http://schemas.openxmlformats.org/officeDocument/2006/relationships/slideLayout" Target="/ppt/slideLayouts/slideLayout4.xml" Id="R378a24265bd24f54" /><Relationship Type="http://schemas.openxmlformats.org/officeDocument/2006/relationships/slideLayout" Target="/ppt/slideLayouts/slideLayout5.xml" Id="R38a2a57cfab54a70" /><Relationship Type="http://schemas.openxmlformats.org/officeDocument/2006/relationships/slideLayout" Target="/ppt/slideLayouts/slideLayout6.xml" Id="R2deb4b63cb6c4459" /><Relationship Type="http://schemas.openxmlformats.org/officeDocument/2006/relationships/slideLayout" Target="/ppt/slideLayouts/slideLayout7.xml" Id="R7698fe7d018b4777" /><Relationship Type="http://schemas.openxmlformats.org/officeDocument/2006/relationships/slideLayout" Target="/ppt/slideLayouts/slideLayout8.xml" Id="R02dc5ee1debb4c36" /><Relationship Type="http://schemas.openxmlformats.org/officeDocument/2006/relationships/theme" Target="/ppt/slideMasters/theme/theme1.xml" Id="R527388a7e0a1464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533f10f5c54062"/>
    <p:sldLayoutId xmlns:r="http://schemas.openxmlformats.org/officeDocument/2006/relationships" id="2147483650" r:id="R7260da04aea1465e"/>
    <p:sldLayoutId xmlns:r="http://schemas.openxmlformats.org/officeDocument/2006/relationships" id="2147483651" r:id="R4743568db7d54306"/>
    <p:sldLayoutId xmlns:r="http://schemas.openxmlformats.org/officeDocument/2006/relationships" id="2147483652" r:id="R378a24265bd24f54"/>
    <p:sldLayoutId xmlns:r="http://schemas.openxmlformats.org/officeDocument/2006/relationships" id="2147483653" r:id="R38a2a57cfab54a70"/>
    <p:sldLayoutId xmlns:r="http://schemas.openxmlformats.org/officeDocument/2006/relationships" id="2147483654" r:id="R2deb4b63cb6c4459"/>
    <p:sldLayoutId xmlns:r="http://schemas.openxmlformats.org/officeDocument/2006/relationships" id="2147483655" r:id="R7698fe7d018b4777"/>
    <p:sldLayoutId xmlns:r="http://schemas.openxmlformats.org/officeDocument/2006/relationships" id="2147483656" r:id="R02dc5ee1debb4c36"/>
  </p:sldLayoutIdLst>
</p:sldMaster>
</file>

<file path=ppt/slideMasters/theme/theme1.xml><?xml version="1.0" encoding="utf-8"?>
<a:theme xmlns:a="http://schemas.openxmlformats.org/drawingml/2006/main" name="Nova">
  <a:themeElements>
    <a:clrScheme name="Nova">
      <a:dk1>
        <a:srgbClr val="7C2D12"/>
      </a:dk1>
      <a:lt1>
        <a:srgbClr val="FFF7ED"/>
      </a:lt1>
      <a:dk2>
        <a:srgbClr val="C2410C"/>
      </a:dk2>
      <a:lt2>
        <a:srgbClr val="FFEDD5"/>
      </a:lt2>
      <a:accent1>
        <a:srgbClr val="F9731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F97316"/>
      </a:hlink>
      <a:folHlink>
        <a:srgbClr val="C2410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
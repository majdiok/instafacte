
<file path=[Content_Types].xml><?xml version="1.0" encoding="utf-8"?>
<Types xmlns="http://schemas.openxmlformats.org/package/2006/content-types">
  <Default Extension="xml" ContentType="application/vnd.openxmlformats-officedocument.presentationml.presentation.main+xml"/>
  <Default Extension="rels" ContentType="application/vnd.openxmlformats-package.relationships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theme/theme1.xml" ContentType="application/vnd.openxmlformats-officedocument.theme+xml"/>
  <Override PartName="/ppt/notesMasters/notesMaster1.xml" ContentType="application/vnd.openxmlformats-officedocument.presentationml.notesMaster+xml"/>
</Types>
</file>

<file path=_rels/.rels>&#65279;<?xml version="1.0" encoding="utf-8"?><Relationships xmlns="http://schemas.openxmlformats.org/package/2006/relationships"><Relationship Type="http://schemas.openxmlformats.org/officeDocument/2006/relationships/officeDocument" Target="/ppt/presentation.xml" Id="R1f83198cbe83468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7b9dcfad3bb4966"/>
  </p:sldMasterIdLst>
  <p:notesMasterIdLst>
    <p:notesMasterId xmlns:r="http://schemas.openxmlformats.org/officeDocument/2006/relationships" r:id="R09cad1f220a447ab"/>
  </p:notesMasterIdLst>
  <p:sldIdLst/>
  <p:sldSz cx="12192000" cy="6858000" type="screen16x9"/>
  <p:notesSz cx="6858000" cy="9144000"/>
  <p:defaultTextStyle/>
</p:presentation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7b9dcfad3bb4966" /><Relationship Type="http://schemas.openxmlformats.org/officeDocument/2006/relationships/notesMaster" Target="/ppt/notesMasters/notesMaster1.xml" Id="R09cad1f220a447a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slideMasters/theme/theme1.xml" Id="Rd925c5da926341f5" /></Relationships>
</file>

<file path=ppt/notesMasters/notesMaster1.xml><?xml version="1.0" encoding="utf-8"?>
<p:notesMaster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/>
</p:notesMaster>
</file>

<file path=ppt/slideLayouts/slideLayout1.xml><?xml version="1.0" encoding="utf-8"?>
<p:sldLayout xmlns:p="http://schemas.openxmlformats.org/presentationml/2006/main" type="title">
  <p:cSld>
    <p:spTree>
      <p:nvGrpSpPr>
        <p:cNvPr id="1" name="Layout_Cover"/>
        <p:cNvGrpSpPr/>
        <p:nvPr/>
      </p:nvGrpSpPr>
      <p:grpSpPr>
        <a:xfrm xmlns:a="http://schemas.openxmlformats.org/drawingml/2006/main"/>
      </p:grpSpPr>
    </p:spTree>
  </p:cSld>
  <p:clrMapOvr>
    <a:masterClrMapping xmlns:a="http://schemas.openxmlformats.org/drawingml/2006/main"/>
  </p:clrMapOvr>
</p:sldLayout>
</file>

<file path=ppt/slideLayouts/slideLayout2.xml><?xml version="1.0" encoding="utf-8"?>
<p:sldLayout xmlns:p="http://schemas.openxmlformats.org/presentationml/2006/main" type="blank">
  <p:cSld>
    <p:spTree>
      <p:nvGrpSpPr>
        <p:cNvPr id="1" name="Layout_TitleAndContent"/>
        <p:cNvGrpSpPr/>
        <p:nvPr/>
      </p:nvGrpSpPr>
      <p:grpSpPr>
        <a:xfrm xmlns:a="http://schemas.openxmlformats.org/drawingml/2006/main"/>
      </p:grpSpPr>
    </p:spTree>
  </p:cSld>
  <p:clrMapOvr>
    <a:masterClrMapping xmlns:a="http://schemas.openxmlformats.org/drawingml/2006/main"/>
  </p:clrMapOvr>
</p:sldLayout>
</file>

<file path=ppt/slideLayouts/slideLayout3.xml><?xml version="1.0" encoding="utf-8"?>
<p:sldLayout xmlns:p="http://schemas.openxmlformats.org/presentationml/2006/main" type="blank">
  <p:cSld>
    <p:spTree>
      <p:nvGrpSpPr>
        <p:cNvPr id="1" name="Layout_TitleAndContent"/>
        <p:cNvGrpSpPr/>
        <p:nvPr/>
      </p:nvGrpSpPr>
      <p:grpSpPr>
        <a:xfrm xmlns:a="http://schemas.openxmlformats.org/drawingml/2006/main"/>
      </p:grpSpPr>
    </p:spTree>
  </p:cSld>
  <p:clrMapOvr>
    <a:masterClrMapping xmlns:a="http://schemas.openxmlformats.org/drawingml/2006/main"/>
  </p:clrMapOvr>
</p:sldLayout>
</file>

<file path=ppt/slideLayouts/slideLayout4.xml><?xml version="1.0" encoding="utf-8"?>
<p:sldLayout xmlns:p="http://schemas.openxmlformats.org/presentationml/2006/main" type="blank">
  <p:cSld>
    <p:spTree>
      <p:nvGrpSpPr>
        <p:cNvPr id="1" name="Layout_Section"/>
        <p:cNvGrpSpPr/>
        <p:nvPr/>
      </p:nvGrpSpPr>
      <p:grpSpPr>
        <a:xfrm xmlns:a="http://schemas.openxmlformats.org/drawingml/2006/main"/>
      </p:grpSpPr>
    </p:spTree>
  </p:cSld>
  <p:clrMapOvr>
    <a:masterClrMapping xmlns:a="http://schemas.openxmlformats.org/drawingml/2006/main"/>
  </p:clrMapOvr>
</p:sldLayout>
</file>

<file path=ppt/slideLayouts/slideLayout5.xml><?xml version="1.0" encoding="utf-8"?>
<p:sldLayout xmlns:p="http://schemas.openxmlformats.org/presentationml/2006/main" type="blank">
  <p:cSld>
    <p:spTree>
      <p:nvGrpSpPr>
        <p:cNvPr id="1" name="Layout_TitleAndContent"/>
        <p:cNvGrpSpPr/>
        <p:nvPr/>
      </p:nvGrpSpPr>
      <p:grpSpPr>
        <a:xfrm xmlns:a="http://schemas.openxmlformats.org/drawingml/2006/main"/>
      </p:grpSpPr>
    </p:spTree>
  </p:cSld>
  <p:clrMapOvr>
    <a:masterClrMapping xmlns:a="http://schemas.openxmlformats.org/drawingml/2006/main"/>
  </p:clrMapOvr>
</p:sldLayout>
</file>

<file path=ppt/slideLayouts/slideLayout6.xml><?xml version="1.0" encoding="utf-8"?>
<p:sldLayout xmlns:p="http://schemas.openxmlformats.org/presentationml/2006/main" type="blank">
  <p:cSld>
    <p:spTree>
      <p:nvGrpSpPr>
        <p:cNvPr id="1" name="Layout_TwoColumn"/>
        <p:cNvGrpSpPr/>
        <p:nvPr/>
      </p:nvGrpSpPr>
      <p:grpSpPr>
        <a:xfrm xmlns:a="http://schemas.openxmlformats.org/drawingml/2006/main"/>
      </p:grpSpPr>
    </p:spTree>
  </p:cSld>
  <p:clrMapOvr>
    <a:masterClrMapping xmlns:a="http://schemas.openxmlformats.org/drawingml/2006/main"/>
  </p:clrMapOvr>
</p:sldLayout>
</file>

<file path=ppt/slideLayouts/slideLayout7.xml><?xml version="1.0" encoding="utf-8"?>
<p:sldLayout xmlns:p="http://schemas.openxmlformats.org/presentationml/2006/main" type="blank">
  <p:cSld>
    <p:spTree>
      <p:nvGrpSpPr>
        <p:cNvPr id="1" name="Layout_Blank"/>
        <p:cNvGrpSpPr/>
        <p:nvPr/>
      </p:nvGrpSpPr>
      <p:grpSpPr>
        <a:xfrm xmlns:a="http://schemas.openxmlformats.org/drawingml/2006/main"/>
      </p:grpSpPr>
    </p:spTree>
  </p:cSld>
  <p:clrMapOvr>
    <a:masterClrMapping xmlns:a="http://schemas.openxmlformats.org/drawingml/2006/main"/>
  </p:clrMapOvr>
</p:sldLayout>
</file>

<file path=ppt/slideLayouts/slideLayout8.xml><?xml version="1.0" encoding="utf-8"?>
<p:sldLayout xmlns:p="http://schemas.openxmlformats.org/presentationml/2006/main" type="blank">
  <p:cSld>
    <p:spTree>
      <p:nvGrpSpPr>
        <p:cNvPr id="1" name="Layout_Credits"/>
        <p:cNvGrpSpPr/>
        <p:nvPr/>
      </p:nvGrpSpPr>
      <p:grpSpPr>
        <a:xfrm xmlns:a="http://schemas.openxmlformats.org/drawingml/2006/main"/>
      </p:grpSpPr>
    </p:spTree>
  </p:cSld>
  <p:clrMapOvr>
    <a:masterClrMapping xmlns:a="http://schemas.openxmlformats.org/drawingml/2006/main"/>
  </p:clrMapOvr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a194c4ceb254ee9" /><Relationship Type="http://schemas.openxmlformats.org/officeDocument/2006/relationships/slideLayout" Target="/ppt/slideLayouts/slideLayout2.xml" Id="R7162a796111a4251" /><Relationship Type="http://schemas.openxmlformats.org/officeDocument/2006/relationships/slideLayout" Target="/ppt/slideLayouts/slideLayout3.xml" Id="Rc3a512c11057483a" /><Relationship Type="http://schemas.openxmlformats.org/officeDocument/2006/relationships/slideLayout" Target="/ppt/slideLayouts/slideLayout4.xml" Id="R9665011a86e94120" /><Relationship Type="http://schemas.openxmlformats.org/officeDocument/2006/relationships/slideLayout" Target="/ppt/slideLayouts/slideLayout5.xml" Id="R372184b94492498e" /><Relationship Type="http://schemas.openxmlformats.org/officeDocument/2006/relationships/slideLayout" Target="/ppt/slideLayouts/slideLayout6.xml" Id="R04e5f96d725d4605" /><Relationship Type="http://schemas.openxmlformats.org/officeDocument/2006/relationships/slideLayout" Target="/ppt/slideLayouts/slideLayout7.xml" Id="R6743f28256214e31" /><Relationship Type="http://schemas.openxmlformats.org/officeDocument/2006/relationships/slideLayout" Target="/ppt/slideLayouts/slideLayout8.xml" Id="R778807b788f0419c" /><Relationship Type="http://schemas.openxmlformats.org/officeDocument/2006/relationships/theme" Target="/ppt/slideMasters/theme/theme1.xml" Id="R8f8a2b9f35464864" /></Relationships>
</file>

<file path=ppt/slideMasters/slideMaster1.xml><?xml version="1.0" encoding="utf-8"?>
<p:sldMaster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MasterBackground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/>
          <a:solidFill xmlns:a="http://schemas.openxmlformats.org/drawingml/2006/main">
            <a:srgbClr val="F5F0E8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endParaRPr lang="fr-FR"/>
          </a:p>
        </p:txBody>
      </p:sp>
      <p:sp>
        <p:nvSpPr>
          <p:cNvPr id="3" name="MasterAccentBar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/>
          <a:solidFill xmlns:a="http://schemas.openxmlformats.org/drawingml/2006/main">
            <a:srgbClr val="B45309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a194c4ceb254ee9"/>
    <p:sldLayoutId xmlns:r="http://schemas.openxmlformats.org/officeDocument/2006/relationships" id="2147483650" r:id="R7162a796111a4251"/>
    <p:sldLayoutId xmlns:r="http://schemas.openxmlformats.org/officeDocument/2006/relationships" id="2147483651" r:id="Rc3a512c11057483a"/>
    <p:sldLayoutId xmlns:r="http://schemas.openxmlformats.org/officeDocument/2006/relationships" id="2147483652" r:id="R9665011a86e94120"/>
    <p:sldLayoutId xmlns:r="http://schemas.openxmlformats.org/officeDocument/2006/relationships" id="2147483653" r:id="R372184b94492498e"/>
    <p:sldLayoutId xmlns:r="http://schemas.openxmlformats.org/officeDocument/2006/relationships" id="2147483654" r:id="R04e5f96d725d4605"/>
    <p:sldLayoutId xmlns:r="http://schemas.openxmlformats.org/officeDocument/2006/relationships" id="2147483655" r:id="R6743f28256214e31"/>
    <p:sldLayoutId xmlns:r="http://schemas.openxmlformats.org/officeDocument/2006/relationships" id="2147483656" r:id="R778807b788f0419c"/>
  </p:sldLayoutIdLst>
</p:sldMaster>
</file>

<file path=ppt/slideMasters/theme/theme1.xml><?xml version="1.0" encoding="utf-8"?>
<a:theme xmlns:a="http://schemas.openxmlformats.org/drawingml/2006/main" name="Kraft">
  <a:themeElements>
    <a:clrScheme name="Kraft">
      <a:dk1>
        <a:srgbClr val="44403C"/>
      </a:dk1>
      <a:lt1>
        <a:srgbClr val="FAF7F2"/>
      </a:lt1>
      <a:dk2>
        <a:srgbClr val="78716C"/>
      </a:dk2>
      <a:lt2>
        <a:srgbClr val="F5F0E8"/>
      </a:lt2>
      <a:accent1>
        <a:srgbClr val="B45309"/>
      </a:accent1>
      <a:accent2>
        <a:srgbClr val="059669"/>
      </a:accent2>
      <a:accent3>
        <a:srgbClr val="D97706"/>
      </a:accent3>
      <a:accent4>
        <a:srgbClr val="DC2626"/>
      </a:accent4>
      <a:accent5>
        <a:srgbClr val="7C3AED"/>
      </a:accent5>
      <a:accent6>
        <a:srgbClr val="0891B2"/>
      </a:accent6>
      <a:hlink>
        <a:srgbClr val="B45309"/>
      </a:hlink>
      <a:folHlink>
        <a:srgbClr val="78716C"/>
      </a:folHlink>
    </a:clrScheme>
    <a:fontScheme name="Inter">
      <a:majorFont>
        <a:latin typeface="Inter"/>
        <a:ea typeface=""/>
        <a:cs typeface=""/>
      </a:majorFont>
      <a:minorFont>
        <a:latin typeface="Inter"/>
        <a:ea typeface="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9525">
          <a:solidFill>
            <a:srgbClr val="CFD8DC"/>
          </a:solidFill>
        </a:ln>
        <a:ln w="19050">
          <a:solidFill>
            <a:srgbClr val="90A4AE"/>
          </a:solidFill>
        </a:ln>
        <a:ln w="28575">
          <a:solidFill>
            <a:srgbClr val="455A64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
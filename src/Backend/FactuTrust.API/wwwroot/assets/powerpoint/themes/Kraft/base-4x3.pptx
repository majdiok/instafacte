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be88e4204a6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7023deec54e7b"/>
  </p:sldMasterIdLst>
  <p:notesMasterIdLst>
    <p:notesMasterId xmlns:r="http://schemas.openxmlformats.org/officeDocument/2006/relationships" r:id="Rf8f0403da566499c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7023deec54e7b" /><Relationship Type="http://schemas.openxmlformats.org/officeDocument/2006/relationships/notesMaster" Target="/ppt/notesMasters/notesMaster1.xml" Id="Rf8f0403da56649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37de2d19f9046df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4545d9fa44d6d" /><Relationship Type="http://schemas.openxmlformats.org/officeDocument/2006/relationships/slideLayout" Target="/ppt/slideLayouts/slideLayout2.xml" Id="R930962e30701409d" /><Relationship Type="http://schemas.openxmlformats.org/officeDocument/2006/relationships/slideLayout" Target="/ppt/slideLayouts/slideLayout3.xml" Id="R0dbe2b5eddb145bc" /><Relationship Type="http://schemas.openxmlformats.org/officeDocument/2006/relationships/slideLayout" Target="/ppt/slideLayouts/slideLayout4.xml" Id="Rce9e5326b24e40e5" /><Relationship Type="http://schemas.openxmlformats.org/officeDocument/2006/relationships/slideLayout" Target="/ppt/slideLayouts/slideLayout5.xml" Id="Rda41401781af4abe" /><Relationship Type="http://schemas.openxmlformats.org/officeDocument/2006/relationships/slideLayout" Target="/ppt/slideLayouts/slideLayout6.xml" Id="R45d49eec77ba48a3" /><Relationship Type="http://schemas.openxmlformats.org/officeDocument/2006/relationships/slideLayout" Target="/ppt/slideLayouts/slideLayout7.xml" Id="R44a9fa149bfc4691" /><Relationship Type="http://schemas.openxmlformats.org/officeDocument/2006/relationships/slideLayout" Target="/ppt/slideLayouts/slideLayout8.xml" Id="Rdf838d95b3ec4fbd" /><Relationship Type="http://schemas.openxmlformats.org/officeDocument/2006/relationships/theme" Target="/ppt/slideMasters/theme/theme1.xml" Id="R64c0f4012bbb4ff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5F0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4545d9fa44d6d"/>
    <p:sldLayoutId xmlns:r="http://schemas.openxmlformats.org/officeDocument/2006/relationships" id="2147483650" r:id="R930962e30701409d"/>
    <p:sldLayoutId xmlns:r="http://schemas.openxmlformats.org/officeDocument/2006/relationships" id="2147483651" r:id="R0dbe2b5eddb145bc"/>
    <p:sldLayoutId xmlns:r="http://schemas.openxmlformats.org/officeDocument/2006/relationships" id="2147483652" r:id="Rce9e5326b24e40e5"/>
    <p:sldLayoutId xmlns:r="http://schemas.openxmlformats.org/officeDocument/2006/relationships" id="2147483653" r:id="Rda41401781af4abe"/>
    <p:sldLayoutId xmlns:r="http://schemas.openxmlformats.org/officeDocument/2006/relationships" id="2147483654" r:id="R45d49eec77ba48a3"/>
    <p:sldLayoutId xmlns:r="http://schemas.openxmlformats.org/officeDocument/2006/relationships" id="2147483655" r:id="R44a9fa149bfc4691"/>
    <p:sldLayoutId xmlns:r="http://schemas.openxmlformats.org/officeDocument/2006/relationships" id="2147483656" r:id="Rdf838d95b3ec4fbd"/>
  </p:sldLayoutIdLst>
</p:sldMaster>
</file>

<file path=ppt/slideMasters/theme/theme1.xml><?xml version="1.0" encoding="utf-8"?>
<a:theme xmlns:a="http://schemas.openxmlformats.org/drawingml/2006/main" name="Kraft">
  <a:themeElements>
    <a:clrScheme name="Kraft">
      <a:dk1>
        <a:srgbClr val="44403C"/>
      </a:dk1>
      <a:lt1>
        <a:srgbClr val="FAF7F2"/>
      </a:lt1>
      <a:dk2>
        <a:srgbClr val="78716C"/>
      </a:dk2>
      <a:lt2>
        <a:srgbClr val="F5F0E8"/>
      </a:lt2>
      <a:accent1>
        <a:srgbClr val="B4530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B45309"/>
      </a:hlink>
      <a:folHlink>
        <a:srgbClr val="78716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
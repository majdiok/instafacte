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5a7fbd827e84a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3faface1454401"/>
  </p:sldMasterIdLst>
  <p:notesMasterIdLst>
    <p:notesMasterId xmlns:r="http://schemas.openxmlformats.org/officeDocument/2006/relationships" r:id="R9ce822875e484e4c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faface1454401" /><Relationship Type="http://schemas.openxmlformats.org/officeDocument/2006/relationships/notesMaster" Target="/ppt/notesMasters/notesMaster1.xml" Id="R9ce822875e48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0758db9c58341a0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9a436633748ce" /><Relationship Type="http://schemas.openxmlformats.org/officeDocument/2006/relationships/slideLayout" Target="/ppt/slideLayouts/slideLayout2.xml" Id="Rf1adf2f4884349d5" /><Relationship Type="http://schemas.openxmlformats.org/officeDocument/2006/relationships/slideLayout" Target="/ppt/slideLayouts/slideLayout3.xml" Id="R5e28606591864960" /><Relationship Type="http://schemas.openxmlformats.org/officeDocument/2006/relationships/slideLayout" Target="/ppt/slideLayouts/slideLayout4.xml" Id="R0ff2e593b7554c33" /><Relationship Type="http://schemas.openxmlformats.org/officeDocument/2006/relationships/slideLayout" Target="/ppt/slideLayouts/slideLayout5.xml" Id="R0e56fef6053e4c27" /><Relationship Type="http://schemas.openxmlformats.org/officeDocument/2006/relationships/slideLayout" Target="/ppt/slideLayouts/slideLayout6.xml" Id="Rac7c6018f1694192" /><Relationship Type="http://schemas.openxmlformats.org/officeDocument/2006/relationships/slideLayout" Target="/ppt/slideLayouts/slideLayout7.xml" Id="Rdf5a722c3e2e421a" /><Relationship Type="http://schemas.openxmlformats.org/officeDocument/2006/relationships/slideLayout" Target="/ppt/slideLayouts/slideLayout8.xml" Id="Rb83497fc615043c0" /><Relationship Type="http://schemas.openxmlformats.org/officeDocument/2006/relationships/theme" Target="/ppt/slideMasters/theme/theme1.xml" Id="Rbfec791581d546f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89a436633748ce"/>
    <p:sldLayoutId xmlns:r="http://schemas.openxmlformats.org/officeDocument/2006/relationships" id="2147483650" r:id="Rf1adf2f4884349d5"/>
    <p:sldLayoutId xmlns:r="http://schemas.openxmlformats.org/officeDocument/2006/relationships" id="2147483651" r:id="R5e28606591864960"/>
    <p:sldLayoutId xmlns:r="http://schemas.openxmlformats.org/officeDocument/2006/relationships" id="2147483652" r:id="R0ff2e593b7554c33"/>
    <p:sldLayoutId xmlns:r="http://schemas.openxmlformats.org/officeDocument/2006/relationships" id="2147483653" r:id="R0e56fef6053e4c27"/>
    <p:sldLayoutId xmlns:r="http://schemas.openxmlformats.org/officeDocument/2006/relationships" id="2147483654" r:id="Rac7c6018f1694192"/>
    <p:sldLayoutId xmlns:r="http://schemas.openxmlformats.org/officeDocument/2006/relationships" id="2147483655" r:id="Rdf5a722c3e2e421a"/>
    <p:sldLayoutId xmlns:r="http://schemas.openxmlformats.org/officeDocument/2006/relationships" id="2147483656" r:id="Rb83497fc615043c0"/>
  </p:sldLayoutIdLst>
</p:sldMaster>
</file>

<file path=ppt/slideMasters/theme/theme1.xml><?xml version="1.0" encoding="utf-8"?>
<a:theme xmlns:a="http://schemas.openxmlformats.org/drawingml/2006/main" name="Coal">
  <a:themeElements>
    <a:clrScheme name="Coal">
      <a:dk1>
        <a:srgbClr val="F9FAFB"/>
      </a:dk1>
      <a:lt1>
        <a:srgbClr val="111827"/>
      </a:lt1>
      <a:dk2>
        <a:srgbClr val="D1D5DB"/>
      </a:dk2>
      <a:lt2>
        <a:srgbClr val="1F2937"/>
      </a:lt2>
      <a:accent1>
        <a:srgbClr val="F59E0B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F59E0B"/>
      </a:hlink>
      <a:folHlink>
        <a:srgbClr val="D1D5DB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
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21b84ad26b144e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31906617ff4f93"/>
  </p:sldMasterIdLst>
  <p:notesMasterIdLst>
    <p:notesMasterId xmlns:r="http://schemas.openxmlformats.org/officeDocument/2006/relationships" r:id="Rfb944a28854b449d"/>
  </p:notesMasterIdLst>
  <p:sldIdLst/>
  <p:sldSz cx="12192000" cy="6858000" type="screen16x9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31906617ff4f93" /><Relationship Type="http://schemas.openxmlformats.org/officeDocument/2006/relationships/notesMaster" Target="/ppt/notesMasters/notesMaster1.xml" Id="Rfb944a28854b44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a42cf688e41041d1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/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cf4854a638424c" /><Relationship Type="http://schemas.openxmlformats.org/officeDocument/2006/relationships/slideLayout" Target="/ppt/slideLayouts/slideLayout2.xml" Id="R05aaa92a80674c9e" /><Relationship Type="http://schemas.openxmlformats.org/officeDocument/2006/relationships/slideLayout" Target="/ppt/slideLayouts/slideLayout3.xml" Id="R19d9ad0f5df641e3" /><Relationship Type="http://schemas.openxmlformats.org/officeDocument/2006/relationships/slideLayout" Target="/ppt/slideLayouts/slideLayout4.xml" Id="R9308eafadfb14ca3" /><Relationship Type="http://schemas.openxmlformats.org/officeDocument/2006/relationships/slideLayout" Target="/ppt/slideLayouts/slideLayout5.xml" Id="Rdcba37386ad34b65" /><Relationship Type="http://schemas.openxmlformats.org/officeDocument/2006/relationships/slideLayout" Target="/ppt/slideLayouts/slideLayout6.xml" Id="Re0fe592444364c0c" /><Relationship Type="http://schemas.openxmlformats.org/officeDocument/2006/relationships/slideLayout" Target="/ppt/slideLayouts/slideLayout7.xml" Id="R55193c9a3b914c95" /><Relationship Type="http://schemas.openxmlformats.org/officeDocument/2006/relationships/slideLayout" Target="/ppt/slideLayouts/slideLayout8.xml" Id="R3cf760813fe247fb" /><Relationship Type="http://schemas.openxmlformats.org/officeDocument/2006/relationships/theme" Target="/ppt/slideMasters/theme/theme1.xml" Id="R9eb6f641c4b14169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  <a:solidFill xmlns:a="http://schemas.openxmlformats.org/drawingml/2006/main">
            <a:srgbClr val="11182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/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cf4854a638424c"/>
    <p:sldLayoutId xmlns:r="http://schemas.openxmlformats.org/officeDocument/2006/relationships" id="2147483650" r:id="R05aaa92a80674c9e"/>
    <p:sldLayoutId xmlns:r="http://schemas.openxmlformats.org/officeDocument/2006/relationships" id="2147483651" r:id="R19d9ad0f5df641e3"/>
    <p:sldLayoutId xmlns:r="http://schemas.openxmlformats.org/officeDocument/2006/relationships" id="2147483652" r:id="R9308eafadfb14ca3"/>
    <p:sldLayoutId xmlns:r="http://schemas.openxmlformats.org/officeDocument/2006/relationships" id="2147483653" r:id="Rdcba37386ad34b65"/>
    <p:sldLayoutId xmlns:r="http://schemas.openxmlformats.org/officeDocument/2006/relationships" id="2147483654" r:id="Re0fe592444364c0c"/>
    <p:sldLayoutId xmlns:r="http://schemas.openxmlformats.org/officeDocument/2006/relationships" id="2147483655" r:id="R55193c9a3b914c95"/>
    <p:sldLayoutId xmlns:r="http://schemas.openxmlformats.org/officeDocument/2006/relationships" id="2147483656" r:id="R3cf760813fe247fb"/>
  </p:sldLayoutIdLst>
</p:sldMaster>
</file>

<file path=ppt/slideMasters/theme/theme1.xml><?xml version="1.0" encoding="utf-8"?>
<a:theme xmlns:a="http://schemas.openxmlformats.org/drawingml/2006/main" name="Coal">
  <a:themeElements>
    <a:clrScheme name="Coal">
      <a:dk1>
        <a:srgbClr val="F9FAFB"/>
      </a:dk1>
      <a:lt1>
        <a:srgbClr val="111827"/>
      </a:lt1>
      <a:dk2>
        <a:srgbClr val="D1D5DB"/>
      </a:dk2>
      <a:lt2>
        <a:srgbClr val="1F2937"/>
      </a:lt2>
      <a:accent1>
        <a:srgbClr val="F59E0B"/>
      </a:accent1>
      <a:accent2>
        <a:srgbClr val="34D399"/>
      </a:accent2>
      <a:accent3>
        <a:srgbClr val="D97706"/>
      </a:accent3>
      <a:accent4>
        <a:srgbClr val="F87171"/>
      </a:accent4>
      <a:accent5>
        <a:srgbClr val="7C3AED"/>
      </a:accent5>
      <a:accent6>
        <a:srgbClr val="0891B2"/>
      </a:accent6>
      <a:hlink>
        <a:srgbClr val="F59E0B"/>
      </a:hlink>
      <a:folHlink>
        <a:srgbClr val="D1D5DB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
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f2214e64c934e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fcbb0eae1041c8"/>
  </p:sldMasterIdLst>
  <p:notesMasterIdLst>
    <p:notesMasterId xmlns:r="http://schemas.openxmlformats.org/officeDocument/2006/relationships" r:id="R9b55316578134f7f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fcbb0eae1041c8" /><Relationship Type="http://schemas.openxmlformats.org/officeDocument/2006/relationships/notesMaster" Target="/ppt/notesMasters/notesMaster1.xml" Id="R9b55316578134f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dfa47784505a48cf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34f1b81ff740dd" /><Relationship Type="http://schemas.openxmlformats.org/officeDocument/2006/relationships/slideLayout" Target="/ppt/slideLayouts/slideLayout2.xml" Id="R135e8c82ac994248" /><Relationship Type="http://schemas.openxmlformats.org/officeDocument/2006/relationships/slideLayout" Target="/ppt/slideLayouts/slideLayout3.xml" Id="R8d7b444bc3dc458e" /><Relationship Type="http://schemas.openxmlformats.org/officeDocument/2006/relationships/slideLayout" Target="/ppt/slideLayouts/slideLayout4.xml" Id="Rd91db5d3cfc64a66" /><Relationship Type="http://schemas.openxmlformats.org/officeDocument/2006/relationships/slideLayout" Target="/ppt/slideLayouts/slideLayout5.xml" Id="Rc109c2480dcf4a9d" /><Relationship Type="http://schemas.openxmlformats.org/officeDocument/2006/relationships/slideLayout" Target="/ppt/slideLayouts/slideLayout6.xml" Id="R21ab422d134640b9" /><Relationship Type="http://schemas.openxmlformats.org/officeDocument/2006/relationships/slideLayout" Target="/ppt/slideLayouts/slideLayout7.xml" Id="R15d40ca1da124f6d" /><Relationship Type="http://schemas.openxmlformats.org/officeDocument/2006/relationships/slideLayout" Target="/ppt/slideLayouts/slideLayout8.xml" Id="R24f2b6d8384440e8" /><Relationship Type="http://schemas.openxmlformats.org/officeDocument/2006/relationships/theme" Target="/ppt/slideMasters/theme/theme1.xml" Id="R3cb0be38e0a240a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0F172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636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34f1b81ff740dd"/>
    <p:sldLayoutId xmlns:r="http://schemas.openxmlformats.org/officeDocument/2006/relationships" id="2147483650" r:id="R135e8c82ac994248"/>
    <p:sldLayoutId xmlns:r="http://schemas.openxmlformats.org/officeDocument/2006/relationships" id="2147483651" r:id="R8d7b444bc3dc458e"/>
    <p:sldLayoutId xmlns:r="http://schemas.openxmlformats.org/officeDocument/2006/relationships" id="2147483652" r:id="Rd91db5d3cfc64a66"/>
    <p:sldLayoutId xmlns:r="http://schemas.openxmlformats.org/officeDocument/2006/relationships" id="2147483653" r:id="Rc109c2480dcf4a9d"/>
    <p:sldLayoutId xmlns:r="http://schemas.openxmlformats.org/officeDocument/2006/relationships" id="2147483654" r:id="R21ab422d134640b9"/>
    <p:sldLayoutId xmlns:r="http://schemas.openxmlformats.org/officeDocument/2006/relationships" id="2147483655" r:id="R15d40ca1da124f6d"/>
    <p:sldLayoutId xmlns:r="http://schemas.openxmlformats.org/officeDocument/2006/relationships" id="2147483656" r:id="R24f2b6d8384440e8"/>
  </p:sldLayoutIdLst>
</p:sldMaster>
</file>

<file path=ppt/slideMasters/theme/theme1.xml><?xml version="1.0" encoding="utf-8"?>
<a:theme xmlns:a="http://schemas.openxmlformats.org/drawingml/2006/main" name="Indigo">
  <a:themeElements>
    <a:clrScheme name="Indigo">
      <a:dk1>
        <a:srgbClr val="E0E7FF"/>
      </a:dk1>
      <a:lt1>
        <a:srgbClr val="0F172A"/>
      </a:lt1>
      <a:dk2>
        <a:srgbClr val="A5B4FC"/>
      </a:dk2>
      <a:lt2>
        <a:srgbClr val="1E293B"/>
      </a:lt2>
      <a:accent1>
        <a:srgbClr val="6366F1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6366F1"/>
      </a:hlink>
      <a:folHlink>
        <a:srgbClr val="A5B4F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
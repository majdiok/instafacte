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1e18bf394c9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6ead5f32cf4afd"/>
  </p:sldMasterIdLst>
  <p:notesMasterIdLst>
    <p:notesMasterId xmlns:r="http://schemas.openxmlformats.org/officeDocument/2006/relationships" r:id="R5501f87fc247406c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ead5f32cf4afd" /><Relationship Type="http://schemas.openxmlformats.org/officeDocument/2006/relationships/notesMaster" Target="/ppt/notesMasters/notesMaster1.xml" Id="R5501f87fc247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c909993fc104da6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52a492dde4329" /><Relationship Type="http://schemas.openxmlformats.org/officeDocument/2006/relationships/slideLayout" Target="/ppt/slideLayouts/slideLayout2.xml" Id="Rb8e577068f204203" /><Relationship Type="http://schemas.openxmlformats.org/officeDocument/2006/relationships/slideLayout" Target="/ppt/slideLayouts/slideLayout3.xml" Id="R79d75b29637c4e21" /><Relationship Type="http://schemas.openxmlformats.org/officeDocument/2006/relationships/slideLayout" Target="/ppt/slideLayouts/slideLayout4.xml" Id="Rc0c6ca28a0aa45ef" /><Relationship Type="http://schemas.openxmlformats.org/officeDocument/2006/relationships/slideLayout" Target="/ppt/slideLayouts/slideLayout5.xml" Id="R0361fb6890884e16" /><Relationship Type="http://schemas.openxmlformats.org/officeDocument/2006/relationships/slideLayout" Target="/ppt/slideLayouts/slideLayout6.xml" Id="R8a9528cf05964e5b" /><Relationship Type="http://schemas.openxmlformats.org/officeDocument/2006/relationships/slideLayout" Target="/ppt/slideLayouts/slideLayout7.xml" Id="R07e84f6795e248c0" /><Relationship Type="http://schemas.openxmlformats.org/officeDocument/2006/relationships/slideLayout" Target="/ppt/slideLayouts/slideLayout8.xml" Id="R0bafae1394c646e6" /><Relationship Type="http://schemas.openxmlformats.org/officeDocument/2006/relationships/theme" Target="/ppt/slideMasters/theme/theme1.xml" Id="R50dfeb2d4d0146c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e52a492dde4329"/>
    <p:sldLayoutId xmlns:r="http://schemas.openxmlformats.org/officeDocument/2006/relationships" id="2147483650" r:id="Rb8e577068f204203"/>
    <p:sldLayoutId xmlns:r="http://schemas.openxmlformats.org/officeDocument/2006/relationships" id="2147483651" r:id="R79d75b29637c4e21"/>
    <p:sldLayoutId xmlns:r="http://schemas.openxmlformats.org/officeDocument/2006/relationships" id="2147483652" r:id="Rc0c6ca28a0aa45ef"/>
    <p:sldLayoutId xmlns:r="http://schemas.openxmlformats.org/officeDocument/2006/relationships" id="2147483653" r:id="R0361fb6890884e16"/>
    <p:sldLayoutId xmlns:r="http://schemas.openxmlformats.org/officeDocument/2006/relationships" id="2147483654" r:id="R8a9528cf05964e5b"/>
    <p:sldLayoutId xmlns:r="http://schemas.openxmlformats.org/officeDocument/2006/relationships" id="2147483655" r:id="R07e84f6795e248c0"/>
    <p:sldLayoutId xmlns:r="http://schemas.openxmlformats.org/officeDocument/2006/relationships" id="2147483656" r:id="R0bafae1394c646e6"/>
  </p:sldLayoutIdLst>
</p:sldMaster>
</file>

<file path=ppt/slideMasters/theme/theme1.xml><?xml version="1.0" encoding="utf-8"?>
<a:theme xmlns:a="http://schemas.openxmlformats.org/drawingml/2006/main" name="Indigo">
  <a:themeElements>
    <a:clrScheme name="Indigo">
      <a:dk1>
        <a:srgbClr val="E0E7FF"/>
      </a:dk1>
      <a:lt1>
        <a:srgbClr val="0F172A"/>
      </a:lt1>
      <a:dk2>
        <a:srgbClr val="A5B4FC"/>
      </a:dk2>
      <a:lt2>
        <a:srgbClr val="1E293B"/>
      </a:lt2>
      <a:accent1>
        <a:srgbClr val="6366F1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6366F1"/>
      </a:hlink>
      <a:folHlink>
        <a:srgbClr val="A5B4F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
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fb1c612cdbf4d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2112335db8414e"/>
  </p:sldMasterIdLst>
  <p:notesMasterIdLst>
    <p:notesMasterId xmlns:r="http://schemas.openxmlformats.org/officeDocument/2006/relationships" r:id="Re199b972c81d46da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112335db8414e" /><Relationship Type="http://schemas.openxmlformats.org/officeDocument/2006/relationships/notesMaster" Target="/ppt/notesMasters/notesMaster1.xml" Id="Re199b972c81d46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4bf04bc0b1946b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493476d184b6a" /><Relationship Type="http://schemas.openxmlformats.org/officeDocument/2006/relationships/slideLayout" Target="/ppt/slideLayouts/slideLayout2.xml" Id="R41b49d823cf04f9b" /><Relationship Type="http://schemas.openxmlformats.org/officeDocument/2006/relationships/slideLayout" Target="/ppt/slideLayouts/slideLayout3.xml" Id="R90a8b229a3024c7d" /><Relationship Type="http://schemas.openxmlformats.org/officeDocument/2006/relationships/slideLayout" Target="/ppt/slideLayouts/slideLayout4.xml" Id="R4c184e6a23e042db" /><Relationship Type="http://schemas.openxmlformats.org/officeDocument/2006/relationships/slideLayout" Target="/ppt/slideLayouts/slideLayout5.xml" Id="Rbdf627ea8fb24d3d" /><Relationship Type="http://schemas.openxmlformats.org/officeDocument/2006/relationships/slideLayout" Target="/ppt/slideLayouts/slideLayout6.xml" Id="Rfa755242cb024327" /><Relationship Type="http://schemas.openxmlformats.org/officeDocument/2006/relationships/slideLayout" Target="/ppt/slideLayouts/slideLayout7.xml" Id="Re46af1914d80422a" /><Relationship Type="http://schemas.openxmlformats.org/officeDocument/2006/relationships/slideLayout" Target="/ppt/slideLayouts/slideLayout8.xml" Id="Rae310044c1204cea" /><Relationship Type="http://schemas.openxmlformats.org/officeDocument/2006/relationships/theme" Target="/ppt/slideMasters/theme/theme1.xml" Id="Rc07c7e9cf67d4b5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FF1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" cy="6858000"/>
          </a:xfrm>
          <a:prstGeom xmlns:a="http://schemas.openxmlformats.org/drawingml/2006/main" prst="rect"/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1493476d184b6a"/>
    <p:sldLayoutId xmlns:r="http://schemas.openxmlformats.org/officeDocument/2006/relationships" id="2147483650" r:id="R41b49d823cf04f9b"/>
    <p:sldLayoutId xmlns:r="http://schemas.openxmlformats.org/officeDocument/2006/relationships" id="2147483651" r:id="R90a8b229a3024c7d"/>
    <p:sldLayoutId xmlns:r="http://schemas.openxmlformats.org/officeDocument/2006/relationships" id="2147483652" r:id="R4c184e6a23e042db"/>
    <p:sldLayoutId xmlns:r="http://schemas.openxmlformats.org/officeDocument/2006/relationships" id="2147483653" r:id="Rbdf627ea8fb24d3d"/>
    <p:sldLayoutId xmlns:r="http://schemas.openxmlformats.org/officeDocument/2006/relationships" id="2147483654" r:id="Rfa755242cb024327"/>
    <p:sldLayoutId xmlns:r="http://schemas.openxmlformats.org/officeDocument/2006/relationships" id="2147483655" r:id="Re46af1914d80422a"/>
    <p:sldLayoutId xmlns:r="http://schemas.openxmlformats.org/officeDocument/2006/relationships" id="2147483656" r:id="Rae310044c1204cea"/>
  </p:sldLayoutIdLst>
</p:sldMaster>
</file>

<file path=ppt/slideMasters/theme/theme1.xml><?xml version="1.0" encoding="utf-8"?>
<a:theme xmlns:a="http://schemas.openxmlformats.org/drawingml/2006/main" name="Magazine Portfolio">
  <a:themeElements>
    <a:clrScheme name="Magazine Portfolio">
      <a:dk1>
        <a:srgbClr val="881337"/>
      </a:dk1>
      <a:lt1>
        <a:srgbClr val="FFFFFF"/>
      </a:lt1>
      <a:dk2>
        <a:srgbClr val="BE123C"/>
      </a:dk2>
      <a:lt2>
        <a:srgbClr val="FFF1F2"/>
      </a:lt2>
      <a:accent1>
        <a:srgbClr val="DC262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DC2626"/>
      </a:hlink>
      <a:folHlink>
        <a:srgbClr val="BE123C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
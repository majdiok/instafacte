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5a9a872bb9f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1ea14874c4e05"/>
  </p:sldMasterIdLst>
  <p:notesMasterIdLst>
    <p:notesMasterId xmlns:r="http://schemas.openxmlformats.org/officeDocument/2006/relationships" r:id="R0c0c64a5bf604e85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1ea14874c4e05" /><Relationship Type="http://schemas.openxmlformats.org/officeDocument/2006/relationships/notesMaster" Target="/ppt/notesMasters/notesMaster1.xml" Id="R0c0c64a5bf60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ffbbd76b79a442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3b9e8fca04b61" /><Relationship Type="http://schemas.openxmlformats.org/officeDocument/2006/relationships/slideLayout" Target="/ppt/slideLayouts/slideLayout2.xml" Id="R36f68befd69a426f" /><Relationship Type="http://schemas.openxmlformats.org/officeDocument/2006/relationships/slideLayout" Target="/ppt/slideLayouts/slideLayout3.xml" Id="R81fa5b6243a940fe" /><Relationship Type="http://schemas.openxmlformats.org/officeDocument/2006/relationships/slideLayout" Target="/ppt/slideLayouts/slideLayout4.xml" Id="Rb9cddcb8504a4dc7" /><Relationship Type="http://schemas.openxmlformats.org/officeDocument/2006/relationships/slideLayout" Target="/ppt/slideLayouts/slideLayout5.xml" Id="R1f5f0e15394340f1" /><Relationship Type="http://schemas.openxmlformats.org/officeDocument/2006/relationships/slideLayout" Target="/ppt/slideLayouts/slideLayout6.xml" Id="R0908bc6057994fa7" /><Relationship Type="http://schemas.openxmlformats.org/officeDocument/2006/relationships/slideLayout" Target="/ppt/slideLayouts/slideLayout7.xml" Id="R1df062b58ede4c13" /><Relationship Type="http://schemas.openxmlformats.org/officeDocument/2006/relationships/slideLayout" Target="/ppt/slideLayouts/slideLayout8.xml" Id="R27a02038483345ff" /><Relationship Type="http://schemas.openxmlformats.org/officeDocument/2006/relationships/theme" Target="/ppt/slideMasters/theme/theme1.xml" Id="Rd1c73d4af4a443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" cy="6858000"/>
          </a:xfrm>
          <a:prstGeom xmlns:a="http://schemas.openxmlformats.org/drawingml/2006/main" prst="rect"/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3b9e8fca04b61"/>
    <p:sldLayoutId xmlns:r="http://schemas.openxmlformats.org/officeDocument/2006/relationships" id="2147483650" r:id="R36f68befd69a426f"/>
    <p:sldLayoutId xmlns:r="http://schemas.openxmlformats.org/officeDocument/2006/relationships" id="2147483651" r:id="R81fa5b6243a940fe"/>
    <p:sldLayoutId xmlns:r="http://schemas.openxmlformats.org/officeDocument/2006/relationships" id="2147483652" r:id="Rb9cddcb8504a4dc7"/>
    <p:sldLayoutId xmlns:r="http://schemas.openxmlformats.org/officeDocument/2006/relationships" id="2147483653" r:id="R1f5f0e15394340f1"/>
    <p:sldLayoutId xmlns:r="http://schemas.openxmlformats.org/officeDocument/2006/relationships" id="2147483654" r:id="R0908bc6057994fa7"/>
    <p:sldLayoutId xmlns:r="http://schemas.openxmlformats.org/officeDocument/2006/relationships" id="2147483655" r:id="R1df062b58ede4c13"/>
    <p:sldLayoutId xmlns:r="http://schemas.openxmlformats.org/officeDocument/2006/relationships" id="2147483656" r:id="R27a02038483345ff"/>
  </p:sldLayoutIdLst>
</p:sldMaster>
</file>

<file path=ppt/slideMasters/theme/theme1.xml><?xml version="1.0" encoding="utf-8"?>
<a:theme xmlns:a="http://schemas.openxmlformats.org/drawingml/2006/main" name="Magazine Portfolio">
  <a:themeElements>
    <a:clrScheme name="Magazine Portfolio">
      <a:dk1>
        <a:srgbClr val="881337"/>
      </a:dk1>
      <a:lt1>
        <a:srgbClr val="FFFFFF"/>
      </a:lt1>
      <a:dk2>
        <a:srgbClr val="BE123C"/>
      </a:dk2>
      <a:lt2>
        <a:srgbClr val="FFF1F2"/>
      </a:lt2>
      <a:accent1>
        <a:srgbClr val="DC262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DC2626"/>
      </a:hlink>
      <a:folHlink>
        <a:srgbClr val="BE123C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
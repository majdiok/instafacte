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eeb215199214b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2308ad7e9a4ff4"/>
  </p:sldMasterIdLst>
  <p:notesMasterIdLst>
    <p:notesMasterId xmlns:r="http://schemas.openxmlformats.org/officeDocument/2006/relationships" r:id="R2e409e8b3e9e482b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308ad7e9a4ff4" /><Relationship Type="http://schemas.openxmlformats.org/officeDocument/2006/relationships/notesMaster" Target="/ppt/notesMasters/notesMaster1.xml" Id="R2e409e8b3e9e48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4863101da4f423c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36a647db4468a" /><Relationship Type="http://schemas.openxmlformats.org/officeDocument/2006/relationships/slideLayout" Target="/ppt/slideLayouts/slideLayout2.xml" Id="R3ecb6029754d4714" /><Relationship Type="http://schemas.openxmlformats.org/officeDocument/2006/relationships/slideLayout" Target="/ppt/slideLayouts/slideLayout3.xml" Id="Re97dfa98163a4d3f" /><Relationship Type="http://schemas.openxmlformats.org/officeDocument/2006/relationships/slideLayout" Target="/ppt/slideLayouts/slideLayout4.xml" Id="Rae6b34344295474d" /><Relationship Type="http://schemas.openxmlformats.org/officeDocument/2006/relationships/slideLayout" Target="/ppt/slideLayouts/slideLayout5.xml" Id="R39a8ee3b12e24172" /><Relationship Type="http://schemas.openxmlformats.org/officeDocument/2006/relationships/slideLayout" Target="/ppt/slideLayouts/slideLayout6.xml" Id="Re4f8be92c1ff46ea" /><Relationship Type="http://schemas.openxmlformats.org/officeDocument/2006/relationships/slideLayout" Target="/ppt/slideLayouts/slideLayout7.xml" Id="Rc374d6022e934ac9" /><Relationship Type="http://schemas.openxmlformats.org/officeDocument/2006/relationships/slideLayout" Target="/ppt/slideLayouts/slideLayout8.xml" Id="R33e0b8b270294759" /><Relationship Type="http://schemas.openxmlformats.org/officeDocument/2006/relationships/theme" Target="/ppt/slideMasters/theme/theme1.xml" Id="R8723643124e94a4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FF6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DBEA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36a647db4468a"/>
    <p:sldLayoutId xmlns:r="http://schemas.openxmlformats.org/officeDocument/2006/relationships" id="2147483650" r:id="R3ecb6029754d4714"/>
    <p:sldLayoutId xmlns:r="http://schemas.openxmlformats.org/officeDocument/2006/relationships" id="2147483651" r:id="Re97dfa98163a4d3f"/>
    <p:sldLayoutId xmlns:r="http://schemas.openxmlformats.org/officeDocument/2006/relationships" id="2147483652" r:id="Rae6b34344295474d"/>
    <p:sldLayoutId xmlns:r="http://schemas.openxmlformats.org/officeDocument/2006/relationships" id="2147483653" r:id="R39a8ee3b12e24172"/>
    <p:sldLayoutId xmlns:r="http://schemas.openxmlformats.org/officeDocument/2006/relationships" id="2147483654" r:id="Re4f8be92c1ff46ea"/>
    <p:sldLayoutId xmlns:r="http://schemas.openxmlformats.org/officeDocument/2006/relationships" id="2147483655" r:id="Rc374d6022e934ac9"/>
    <p:sldLayoutId xmlns:r="http://schemas.openxmlformats.org/officeDocument/2006/relationships" id="2147483656" r:id="R33e0b8b270294759"/>
  </p:sldLayoutIdLst>
</p:sldMaster>
</file>

<file path=ppt/slideMasters/theme/theme1.xml><?xml version="1.0" encoding="utf-8"?>
<a:theme xmlns:a="http://schemas.openxmlformats.org/drawingml/2006/main" name="Business Management">
  <a:themeElements>
    <a:clrScheme name="Business Management">
      <a:dk1>
        <a:srgbClr val="1E40AF"/>
      </a:dk1>
      <a:lt1>
        <a:srgbClr val="F8FAFC"/>
      </a:lt1>
      <a:dk2>
        <a:srgbClr val="1D4ED8"/>
      </a:dk2>
      <a:lt2>
        <a:srgbClr val="EFF6FF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1D4ED8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
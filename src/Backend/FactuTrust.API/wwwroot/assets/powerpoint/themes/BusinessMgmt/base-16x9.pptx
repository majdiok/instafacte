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834c53eccd94c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ab321d5c0247aa"/>
  </p:sldMasterIdLst>
  <p:notesMasterIdLst>
    <p:notesMasterId xmlns:r="http://schemas.openxmlformats.org/officeDocument/2006/relationships" r:id="R78bb7097959b432e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ab321d5c0247aa" /><Relationship Type="http://schemas.openxmlformats.org/officeDocument/2006/relationships/notesMaster" Target="/ppt/notesMasters/notesMaster1.xml" Id="R78bb7097959b43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de967565c68c4ad9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b129a95b4454c" /><Relationship Type="http://schemas.openxmlformats.org/officeDocument/2006/relationships/slideLayout" Target="/ppt/slideLayouts/slideLayout2.xml" Id="R5b3a02bf36a34bdc" /><Relationship Type="http://schemas.openxmlformats.org/officeDocument/2006/relationships/slideLayout" Target="/ppt/slideLayouts/slideLayout3.xml" Id="Ra59a489337234375" /><Relationship Type="http://schemas.openxmlformats.org/officeDocument/2006/relationships/slideLayout" Target="/ppt/slideLayouts/slideLayout4.xml" Id="R4b257483c23f4ebc" /><Relationship Type="http://schemas.openxmlformats.org/officeDocument/2006/relationships/slideLayout" Target="/ppt/slideLayouts/slideLayout5.xml" Id="Rf8d9409e81b24c8e" /><Relationship Type="http://schemas.openxmlformats.org/officeDocument/2006/relationships/slideLayout" Target="/ppt/slideLayouts/slideLayout6.xml" Id="R47413ca17f3c499b" /><Relationship Type="http://schemas.openxmlformats.org/officeDocument/2006/relationships/slideLayout" Target="/ppt/slideLayouts/slideLayout7.xml" Id="R9c71e2e644c24b4e" /><Relationship Type="http://schemas.openxmlformats.org/officeDocument/2006/relationships/slideLayout" Target="/ppt/slideLayouts/slideLayout8.xml" Id="R6032524ab6fe4dae" /><Relationship Type="http://schemas.openxmlformats.org/officeDocument/2006/relationships/theme" Target="/ppt/slideMasters/theme/theme1.xml" Id="Rf66a247286064d87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0"/>
          </a:xfrm>
          <a:prstGeom xmlns:a="http://schemas.openxmlformats.org/drawingml/2006/main" prst="rect"/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5" name="MasterSide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67200" cy="6858000"/>
          </a:xfrm>
          <a:prstGeom xmlns:a="http://schemas.openxmlformats.org/drawingml/2006/main" prst="rect"/>
          <a:solidFill xmlns:a="http://schemas.openxmlformats.org/drawingml/2006/main">
            <a:srgbClr val="DBEA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3b129a95b4454c"/>
    <p:sldLayoutId xmlns:r="http://schemas.openxmlformats.org/officeDocument/2006/relationships" id="2147483650" r:id="R5b3a02bf36a34bdc"/>
    <p:sldLayoutId xmlns:r="http://schemas.openxmlformats.org/officeDocument/2006/relationships" id="2147483651" r:id="Ra59a489337234375"/>
    <p:sldLayoutId xmlns:r="http://schemas.openxmlformats.org/officeDocument/2006/relationships" id="2147483652" r:id="R4b257483c23f4ebc"/>
    <p:sldLayoutId xmlns:r="http://schemas.openxmlformats.org/officeDocument/2006/relationships" id="2147483653" r:id="Rf8d9409e81b24c8e"/>
    <p:sldLayoutId xmlns:r="http://schemas.openxmlformats.org/officeDocument/2006/relationships" id="2147483654" r:id="R47413ca17f3c499b"/>
    <p:sldLayoutId xmlns:r="http://schemas.openxmlformats.org/officeDocument/2006/relationships" id="2147483655" r:id="R9c71e2e644c24b4e"/>
    <p:sldLayoutId xmlns:r="http://schemas.openxmlformats.org/officeDocument/2006/relationships" id="2147483656" r:id="R6032524ab6fe4dae"/>
  </p:sldLayoutIdLst>
</p:sldMaster>
</file>

<file path=ppt/slideMasters/theme/theme1.xml><?xml version="1.0" encoding="utf-8"?>
<a:theme xmlns:a="http://schemas.openxmlformats.org/drawingml/2006/main" name="Business Management">
  <a:themeElements>
    <a:clrScheme name="Business Management">
      <a:dk1>
        <a:srgbClr val="1E40AF"/>
      </a:dk1>
      <a:lt1>
        <a:srgbClr val="F8FAFC"/>
      </a:lt1>
      <a:dk2>
        <a:srgbClr val="1D4ED8"/>
      </a:dk2>
      <a:lt2>
        <a:srgbClr val="EFF6FF"/>
      </a:lt2>
      <a:accent1>
        <a:srgbClr val="2563EB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1D4ED8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
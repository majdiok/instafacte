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7ea4e0d7e0241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fe0be4cb064ce0"/>
  </p:sldMasterIdLst>
  <p:notesMasterIdLst>
    <p:notesMasterId xmlns:r="http://schemas.openxmlformats.org/officeDocument/2006/relationships" r:id="R4791b4ed904b4fbc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e0be4cb064ce0" /><Relationship Type="http://schemas.openxmlformats.org/officeDocument/2006/relationships/notesMaster" Target="/ppt/notesMasters/notesMaster1.xml" Id="R4791b4ed904b4f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b2b6ee5a10f4f38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af8d009f2463c" /><Relationship Type="http://schemas.openxmlformats.org/officeDocument/2006/relationships/slideLayout" Target="/ppt/slideLayouts/slideLayout2.xml" Id="R11fe6b22dd5e4f20" /><Relationship Type="http://schemas.openxmlformats.org/officeDocument/2006/relationships/slideLayout" Target="/ppt/slideLayouts/slideLayout3.xml" Id="Reaa7f527afa14fb8" /><Relationship Type="http://schemas.openxmlformats.org/officeDocument/2006/relationships/slideLayout" Target="/ppt/slideLayouts/slideLayout4.xml" Id="R10d26a5c98f84cfc" /><Relationship Type="http://schemas.openxmlformats.org/officeDocument/2006/relationships/slideLayout" Target="/ppt/slideLayouts/slideLayout5.xml" Id="R87c60b3e53fb4205" /><Relationship Type="http://schemas.openxmlformats.org/officeDocument/2006/relationships/slideLayout" Target="/ppt/slideLayouts/slideLayout6.xml" Id="R495c180cd33a4bd4" /><Relationship Type="http://schemas.openxmlformats.org/officeDocument/2006/relationships/slideLayout" Target="/ppt/slideLayouts/slideLayout7.xml" Id="R9d75f746aae84919" /><Relationship Type="http://schemas.openxmlformats.org/officeDocument/2006/relationships/slideLayout" Target="/ppt/slideLayouts/slideLayout8.xml" Id="Rd7cc7ad778b24a13" /><Relationship Type="http://schemas.openxmlformats.org/officeDocument/2006/relationships/theme" Target="/ppt/slideMasters/theme/theme1.xml" Id="Rdca654cb3d37482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0FD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aaf8d009f2463c"/>
    <p:sldLayoutId xmlns:r="http://schemas.openxmlformats.org/officeDocument/2006/relationships" id="2147483650" r:id="R11fe6b22dd5e4f20"/>
    <p:sldLayoutId xmlns:r="http://schemas.openxmlformats.org/officeDocument/2006/relationships" id="2147483651" r:id="Reaa7f527afa14fb8"/>
    <p:sldLayoutId xmlns:r="http://schemas.openxmlformats.org/officeDocument/2006/relationships" id="2147483652" r:id="R10d26a5c98f84cfc"/>
    <p:sldLayoutId xmlns:r="http://schemas.openxmlformats.org/officeDocument/2006/relationships" id="2147483653" r:id="R87c60b3e53fb4205"/>
    <p:sldLayoutId xmlns:r="http://schemas.openxmlformats.org/officeDocument/2006/relationships" id="2147483654" r:id="R495c180cd33a4bd4"/>
    <p:sldLayoutId xmlns:r="http://schemas.openxmlformats.org/officeDocument/2006/relationships" id="2147483655" r:id="R9d75f746aae84919"/>
    <p:sldLayoutId xmlns:r="http://schemas.openxmlformats.org/officeDocument/2006/relationships" id="2147483656" r:id="Rd7cc7ad778b24a13"/>
  </p:sldLayoutIdLst>
</p:sldMaster>
</file>

<file path=ppt/slideMasters/theme/theme1.xml><?xml version="1.0" encoding="utf-8"?>
<a:theme xmlns:a="http://schemas.openxmlformats.org/drawingml/2006/main" name="Emerald Exec">
  <a:themeElements>
    <a:clrScheme name="Emerald Exec">
      <a:dk1>
        <a:srgbClr val="064E3B"/>
      </a:dk1>
      <a:lt1>
        <a:srgbClr val="FFFFFF"/>
      </a:lt1>
      <a:dk2>
        <a:srgbClr val="065F46"/>
      </a:dk2>
      <a:lt2>
        <a:srgbClr val="F0FDF4"/>
      </a:lt2>
      <a:accent1>
        <a:srgbClr val="D4AF37"/>
      </a:accent1>
      <a:accent2>
        <a:srgbClr val="065F46"/>
      </a:accent2>
      <a:accent3>
        <a:srgbClr val="0F766E"/>
      </a:accent3>
      <a:accent4>
        <a:srgbClr val="B45309"/>
      </a:accent4>
      <a:accent5>
        <a:srgbClr val="1F2937"/>
      </a:accent5>
      <a:accent6>
        <a:srgbClr val="78350F"/>
      </a:accent6>
      <a:hlink>
        <a:srgbClr val="D4AF37"/>
      </a:hlink>
      <a:folHlink>
        <a:srgbClr val="065F46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
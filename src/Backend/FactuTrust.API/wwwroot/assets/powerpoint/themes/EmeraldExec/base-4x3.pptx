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5dbd6f1b15c4c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1701e39e104a2d"/>
  </p:sldMasterIdLst>
  <p:notesMasterIdLst>
    <p:notesMasterId xmlns:r="http://schemas.openxmlformats.org/officeDocument/2006/relationships" r:id="R0cd6a856d10443b6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1701e39e104a2d" /><Relationship Type="http://schemas.openxmlformats.org/officeDocument/2006/relationships/notesMaster" Target="/ppt/notesMasters/notesMaster1.xml" Id="R0cd6a856d10443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2c4281b082a44906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37d3041bb4b9f" /><Relationship Type="http://schemas.openxmlformats.org/officeDocument/2006/relationships/slideLayout" Target="/ppt/slideLayouts/slideLayout2.xml" Id="R024d21bb2cdd4dda" /><Relationship Type="http://schemas.openxmlformats.org/officeDocument/2006/relationships/slideLayout" Target="/ppt/slideLayouts/slideLayout3.xml" Id="R9fb0c4d180f046df" /><Relationship Type="http://schemas.openxmlformats.org/officeDocument/2006/relationships/slideLayout" Target="/ppt/slideLayouts/slideLayout4.xml" Id="R4f83d17983084dd8" /><Relationship Type="http://schemas.openxmlformats.org/officeDocument/2006/relationships/slideLayout" Target="/ppt/slideLayouts/slideLayout5.xml" Id="R62ab2d75700740f9" /><Relationship Type="http://schemas.openxmlformats.org/officeDocument/2006/relationships/slideLayout" Target="/ppt/slideLayouts/slideLayout6.xml" Id="Rc0f901334156487c" /><Relationship Type="http://schemas.openxmlformats.org/officeDocument/2006/relationships/slideLayout" Target="/ppt/slideLayouts/slideLayout7.xml" Id="R31dc2718e2204488" /><Relationship Type="http://schemas.openxmlformats.org/officeDocument/2006/relationships/slideLayout" Target="/ppt/slideLayouts/slideLayout8.xml" Id="R00632560945347e6" /><Relationship Type="http://schemas.openxmlformats.org/officeDocument/2006/relationships/theme" Target="/ppt/slideMasters/theme/theme1.xml" Id="R0c63784b78964e2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0FD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D4AF3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037d3041bb4b9f"/>
    <p:sldLayoutId xmlns:r="http://schemas.openxmlformats.org/officeDocument/2006/relationships" id="2147483650" r:id="R024d21bb2cdd4dda"/>
    <p:sldLayoutId xmlns:r="http://schemas.openxmlformats.org/officeDocument/2006/relationships" id="2147483651" r:id="R9fb0c4d180f046df"/>
    <p:sldLayoutId xmlns:r="http://schemas.openxmlformats.org/officeDocument/2006/relationships" id="2147483652" r:id="R4f83d17983084dd8"/>
    <p:sldLayoutId xmlns:r="http://schemas.openxmlformats.org/officeDocument/2006/relationships" id="2147483653" r:id="R62ab2d75700740f9"/>
    <p:sldLayoutId xmlns:r="http://schemas.openxmlformats.org/officeDocument/2006/relationships" id="2147483654" r:id="Rc0f901334156487c"/>
    <p:sldLayoutId xmlns:r="http://schemas.openxmlformats.org/officeDocument/2006/relationships" id="2147483655" r:id="R31dc2718e2204488"/>
    <p:sldLayoutId xmlns:r="http://schemas.openxmlformats.org/officeDocument/2006/relationships" id="2147483656" r:id="R00632560945347e6"/>
  </p:sldLayoutIdLst>
</p:sldMaster>
</file>

<file path=ppt/slideMasters/theme/theme1.xml><?xml version="1.0" encoding="utf-8"?>
<a:theme xmlns:a="http://schemas.openxmlformats.org/drawingml/2006/main" name="Emerald Exec">
  <a:themeElements>
    <a:clrScheme name="Emerald Exec">
      <a:dk1>
        <a:srgbClr val="064E3B"/>
      </a:dk1>
      <a:lt1>
        <a:srgbClr val="FFFFFF"/>
      </a:lt1>
      <a:dk2>
        <a:srgbClr val="065F46"/>
      </a:dk2>
      <a:lt2>
        <a:srgbClr val="F0FDF4"/>
      </a:lt2>
      <a:accent1>
        <a:srgbClr val="D4AF37"/>
      </a:accent1>
      <a:accent2>
        <a:srgbClr val="065F46"/>
      </a:accent2>
      <a:accent3>
        <a:srgbClr val="0F766E"/>
      </a:accent3>
      <a:accent4>
        <a:srgbClr val="B45309"/>
      </a:accent4>
      <a:accent5>
        <a:srgbClr val="1F2937"/>
      </a:accent5>
      <a:accent6>
        <a:srgbClr val="78350F"/>
      </a:accent6>
      <a:hlink>
        <a:srgbClr val="D4AF37"/>
      </a:hlink>
      <a:folHlink>
        <a:srgbClr val="065F46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
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5ca1ca5dcbf54a8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6a030463824a87"/>
  </p:sldMasterIdLst>
  <p:notesMasterIdLst>
    <p:notesMasterId xmlns:r="http://schemas.openxmlformats.org/officeDocument/2006/relationships" r:id="R4e6a1886df4e4920"/>
  </p:notesMasterIdLst>
  <p:sldIdLst/>
  <p:sldSz cx="9144000" cy="6858000" type="screen4x3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6a030463824a87" /><Relationship Type="http://schemas.openxmlformats.org/officeDocument/2006/relationships/notesMaster" Target="/ppt/notesMasters/notesMaster1.xml" Id="R4e6a1886df4e492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c9a91d5a13384437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 1"/>
          <p:cNvSpPr>
            <a:spLocks xmlns:a="http://schemas.openxmlformats.org/drawingml/2006/main" noGrp="1"/>
          </p:cNvSpPr>
          <p:nvPr>
            <p:ph type="hdr"/>
          </p:nvPr>
        </p:nvSpPr>
        <p:spPr>
          <a:xfrm xmlns:a="http://schemas.openxmlformats.org/drawingml/2006/main">
            <a:off x="0" y="0"/>
            <a:ext cx="6858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Date Placeholder 2"/>
          <p:cNvSpPr>
            <a:spLocks xmlns:a="http://schemas.openxmlformats.org/drawingml/2006/main" noGrp="1"/>
          </p:cNvSpPr>
          <p:nvPr>
            <p:ph type="dt"/>
          </p:nvPr>
        </p:nvSpPr>
        <p:spPr>
          <a:xfrm xmlns:a="http://schemas.openxmlformats.org/drawingml/2006/main">
            <a:off x="3429000" y="0"/>
            <a:ext cx="3429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4" name="Slide Image Placeholder 3"/>
          <p:cNvSpPr>
            <a:spLocks xmlns:a="http://schemas.openxmlformats.org/drawingml/2006/main" noGrp="1" noRot="1"/>
          </p:cNvSpPr>
          <p:nvPr>
            <p:ph type="sldImg" idx="1"/>
          </p:nvPr>
        </p:nvSpPr>
        <p:spPr>
          <a:xfrm xmlns:a="http://schemas.openxmlformats.org/drawingml/2006/main">
            <a:off x="685800" y="457200"/>
            <a:ext cx="5486400" cy="3886200"/>
          </a:xfrm>
          <a:prstGeom xmlns:a="http://schemas.openxmlformats.org/drawingml/2006/main" prst="rect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 4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5800" y="4343400"/>
            <a:ext cx="5486400" cy="41148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6" name="Footer Placeholder 5"/>
          <p:cNvSpPr>
            <a:spLocks xmlns:a="http://schemas.openxmlformats.org/drawingml/2006/main" noGrp="1"/>
          </p:cNvSpPr>
          <p:nvPr>
            <p:ph type="ftr"/>
          </p:nvPr>
        </p:nvSpPr>
        <p:spPr>
          <a:xfrm xmlns:a="http://schemas.openxmlformats.org/drawingml/2006/main">
            <a:off x="0" y="8686800"/>
            <a:ext cx="6858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7" name="Slide Number Placeholder 6"/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>
            <a:off x="3429000" y="8686800"/>
            <a:ext cx="3429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indent="0" algn="l">
      <a:defRPr sz="1200"/>
    </a:lvl1pPr>
    <a:lvl2pPr xmlns:a="http://schemas.openxmlformats.org/drawingml/2006/main" marL="457200" indent="0">
      <a:defRPr sz="1200"/>
    </a:lvl2pPr>
    <a:lvl3pPr xmlns:a="http://schemas.openxmlformats.org/drawingml/2006/main" marL="914400" indent="0">
      <a:defRPr sz="1200"/>
    </a:lvl3pPr>
    <a:lvl4pPr xmlns:a="http://schemas.openxmlformats.org/drawingml/2006/main" marL="1371600" indent="0">
      <a:defRPr sz="1200"/>
    </a:lvl4pPr>
    <a:lvl5pPr xmlns:a="http://schemas.openxmlformats.org/drawingml/2006/main" marL="1828800" indent="0">
      <a:defRPr sz="1200"/>
    </a:lvl5pPr>
    <a:lvl6pPr xmlns:a="http://schemas.openxmlformats.org/drawingml/2006/main" marL="2286000" indent="0">
      <a:defRPr sz="1200"/>
    </a:lvl6pPr>
    <a:lvl7pPr xmlns:a="http://schemas.openxmlformats.org/drawingml/2006/main" marL="2743200" indent="0">
      <a:defRPr sz="1200"/>
    </a:lvl7pPr>
    <a:lvl8pPr xmlns:a="http://schemas.openxmlformats.org/drawingml/2006/main" marL="3200400" indent="0">
      <a:defRPr sz="1200"/>
    </a:lvl8pPr>
    <a:lvl9pPr xmlns:a="http://schemas.openxmlformats.org/drawingml/2006/main" marL="3657600" indent="0">
      <a:defRPr sz="1200"/>
    </a:lvl9pPr>
  </p:notesStyle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3a68bffc4948d5" /><Relationship Type="http://schemas.openxmlformats.org/officeDocument/2006/relationships/slideLayout" Target="/ppt/slideLayouts/slideLayout2.xml" Id="R5f297adb6f734800" /><Relationship Type="http://schemas.openxmlformats.org/officeDocument/2006/relationships/slideLayout" Target="/ppt/slideLayouts/slideLayout3.xml" Id="R8b7ec6f0f5b648a3" /><Relationship Type="http://schemas.openxmlformats.org/officeDocument/2006/relationships/slideLayout" Target="/ppt/slideLayouts/slideLayout4.xml" Id="R9bba1b4a53ba4743" /><Relationship Type="http://schemas.openxmlformats.org/officeDocument/2006/relationships/slideLayout" Target="/ppt/slideLayouts/slideLayout5.xml" Id="Ra77574947cc346f5" /><Relationship Type="http://schemas.openxmlformats.org/officeDocument/2006/relationships/slideLayout" Target="/ppt/slideLayouts/slideLayout6.xml" Id="Rb4c1308787114dd3" /><Relationship Type="http://schemas.openxmlformats.org/officeDocument/2006/relationships/slideLayout" Target="/ppt/slideLayouts/slideLayout7.xml" Id="R0f447bc5f00d4331" /><Relationship Type="http://schemas.openxmlformats.org/officeDocument/2006/relationships/slideLayout" Target="/ppt/slideLayouts/slideLayout8.xml" Id="Raab1198c69004b1a" /><Relationship Type="http://schemas.openxmlformats.org/officeDocument/2006/relationships/theme" Target="/ppt/slideMasters/theme/theme1.xml" Id="Rb00078fddadd4e7d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/>
          <a:solidFill xmlns:a="http://schemas.openxmlformats.org/drawingml/2006/main">
            <a:srgbClr val="F7F5F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6200"/>
          </a:xfrm>
          <a:prstGeom xmlns:a="http://schemas.openxmlformats.org/drawingml/2006/main" prst="rect"/>
          <a:solidFill xmlns:a="http://schemas.openxmlformats.org/drawingml/2006/main">
            <a:srgbClr val="9C7A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e3a68bffc4948d5"/>
    <p:sldLayoutId xmlns:r="http://schemas.openxmlformats.org/officeDocument/2006/relationships" id="2147483650" r:id="R5f297adb6f734800"/>
    <p:sldLayoutId xmlns:r="http://schemas.openxmlformats.org/officeDocument/2006/relationships" id="2147483651" r:id="R8b7ec6f0f5b648a3"/>
    <p:sldLayoutId xmlns:r="http://schemas.openxmlformats.org/officeDocument/2006/relationships" id="2147483652" r:id="R9bba1b4a53ba4743"/>
    <p:sldLayoutId xmlns:r="http://schemas.openxmlformats.org/officeDocument/2006/relationships" id="2147483653" r:id="Ra77574947cc346f5"/>
    <p:sldLayoutId xmlns:r="http://schemas.openxmlformats.org/officeDocument/2006/relationships" id="2147483654" r:id="Rb4c1308787114dd3"/>
    <p:sldLayoutId xmlns:r="http://schemas.openxmlformats.org/officeDocument/2006/relationships" id="2147483655" r:id="R0f447bc5f00d4331"/>
    <p:sldLayoutId xmlns:r="http://schemas.openxmlformats.org/officeDocument/2006/relationships" id="2147483656" r:id="Raab1198c69004b1a"/>
  </p:sldLayoutIdLst>
</p:sldMaster>
</file>

<file path=ppt/slideMasters/theme/theme1.xml><?xml version="1.0" encoding="utf-8"?>
<a:theme xmlns:a="http://schemas.openxmlformats.org/drawingml/2006/main" name="Boardroom Charcoal">
  <a:themeElements>
    <a:clrScheme name="Boardroom Charcoal">
      <a:dk1>
        <a:srgbClr val="1B1F23"/>
      </a:dk1>
      <a:lt1>
        <a:srgbClr val="FFFFFF"/>
      </a:lt1>
      <a:dk2>
        <a:srgbClr val="374151"/>
      </a:dk2>
      <a:lt2>
        <a:srgbClr val="F7F5F2"/>
      </a:lt2>
      <a:accent1>
        <a:srgbClr val="9C7A4D"/>
      </a:accent1>
      <a:accent2>
        <a:srgbClr val="9C7A4D"/>
      </a:accent2>
      <a:accent3>
        <a:srgbClr val="4A5568"/>
      </a:accent3>
      <a:accent4>
        <a:srgbClr val="2D3748"/>
      </a:accent4>
      <a:accent5>
        <a:srgbClr val="A78057"/>
      </a:accent5>
      <a:accent6>
        <a:srgbClr val="6B7280"/>
      </a:accent6>
      <a:hlink>
        <a:srgbClr val="9C7A4D"/>
      </a:hlink>
      <a:folHlink>
        <a:srgbClr val="374151"/>
      </a:folHlink>
    </a:clrScheme>
    <a:fontScheme name="Georgia">
      <a:majorFont>
        <a:latin typeface="Georgia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
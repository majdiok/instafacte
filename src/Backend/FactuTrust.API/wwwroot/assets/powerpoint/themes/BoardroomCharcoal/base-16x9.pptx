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d1ca830c0f4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66c28e7104ccb"/>
  </p:sldMasterIdLst>
  <p:notesMasterIdLst>
    <p:notesMasterId xmlns:r="http://schemas.openxmlformats.org/officeDocument/2006/relationships" r:id="R7a484c1a8ee54417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66c28e7104ccb" /><Relationship Type="http://schemas.openxmlformats.org/officeDocument/2006/relationships/notesMaster" Target="/ppt/notesMasters/notesMaster1.xml" Id="R7a484c1a8ee5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a9abd2cbb7a445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fe76588024143" /><Relationship Type="http://schemas.openxmlformats.org/officeDocument/2006/relationships/slideLayout" Target="/ppt/slideLayouts/slideLayout2.xml" Id="R5df8eee90c2644b8" /><Relationship Type="http://schemas.openxmlformats.org/officeDocument/2006/relationships/slideLayout" Target="/ppt/slideLayouts/slideLayout3.xml" Id="R4462a3656a39423b" /><Relationship Type="http://schemas.openxmlformats.org/officeDocument/2006/relationships/slideLayout" Target="/ppt/slideLayouts/slideLayout4.xml" Id="Rf5c2fbb68fc14ae8" /><Relationship Type="http://schemas.openxmlformats.org/officeDocument/2006/relationships/slideLayout" Target="/ppt/slideLayouts/slideLayout5.xml" Id="R9a38f0c0c1324e2e" /><Relationship Type="http://schemas.openxmlformats.org/officeDocument/2006/relationships/slideLayout" Target="/ppt/slideLayouts/slideLayout6.xml" Id="R66e4be58c8194f89" /><Relationship Type="http://schemas.openxmlformats.org/officeDocument/2006/relationships/slideLayout" Target="/ppt/slideLayouts/slideLayout7.xml" Id="R6a4adbcc4d444718" /><Relationship Type="http://schemas.openxmlformats.org/officeDocument/2006/relationships/slideLayout" Target="/ppt/slideLayouts/slideLayout8.xml" Id="Rf45fa14f95504fcb" /><Relationship Type="http://schemas.openxmlformats.org/officeDocument/2006/relationships/theme" Target="/ppt/slideMasters/theme/theme1.xml" Id="R76d96726fc8c4d3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9C7A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3fe76588024143"/>
    <p:sldLayoutId xmlns:r="http://schemas.openxmlformats.org/officeDocument/2006/relationships" id="2147483650" r:id="R5df8eee90c2644b8"/>
    <p:sldLayoutId xmlns:r="http://schemas.openxmlformats.org/officeDocument/2006/relationships" id="2147483651" r:id="R4462a3656a39423b"/>
    <p:sldLayoutId xmlns:r="http://schemas.openxmlformats.org/officeDocument/2006/relationships" id="2147483652" r:id="Rf5c2fbb68fc14ae8"/>
    <p:sldLayoutId xmlns:r="http://schemas.openxmlformats.org/officeDocument/2006/relationships" id="2147483653" r:id="R9a38f0c0c1324e2e"/>
    <p:sldLayoutId xmlns:r="http://schemas.openxmlformats.org/officeDocument/2006/relationships" id="2147483654" r:id="R66e4be58c8194f89"/>
    <p:sldLayoutId xmlns:r="http://schemas.openxmlformats.org/officeDocument/2006/relationships" id="2147483655" r:id="R6a4adbcc4d444718"/>
    <p:sldLayoutId xmlns:r="http://schemas.openxmlformats.org/officeDocument/2006/relationships" id="2147483656" r:id="Rf45fa14f95504fcb"/>
  </p:sldLayoutIdLst>
</p:sldMaster>
</file>

<file path=ppt/slideMasters/theme/theme1.xml><?xml version="1.0" encoding="utf-8"?>
<a:theme xmlns:a="http://schemas.openxmlformats.org/drawingml/2006/main" name="Boardroom Charcoal">
  <a:themeElements>
    <a:clrScheme name="Boardroom Charcoal">
      <a:dk1>
        <a:srgbClr val="1B1F23"/>
      </a:dk1>
      <a:lt1>
        <a:srgbClr val="FFFFFF"/>
      </a:lt1>
      <a:dk2>
        <a:srgbClr val="374151"/>
      </a:dk2>
      <a:lt2>
        <a:srgbClr val="F7F5F2"/>
      </a:lt2>
      <a:accent1>
        <a:srgbClr val="9C7A4D"/>
      </a:accent1>
      <a:accent2>
        <a:srgbClr val="9C7A4D"/>
      </a:accent2>
      <a:accent3>
        <a:srgbClr val="4A5568"/>
      </a:accent3>
      <a:accent4>
        <a:srgbClr val="2D3748"/>
      </a:accent4>
      <a:accent5>
        <a:srgbClr val="A78057"/>
      </a:accent5>
      <a:accent6>
        <a:srgbClr val="6B7280"/>
      </a:accent6>
      <a:hlink>
        <a:srgbClr val="9C7A4D"/>
      </a:hlink>
      <a:folHlink>
        <a:srgbClr val="374151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
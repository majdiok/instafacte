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6bbf91d70084c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19e745d1b04393"/>
  </p:sldMasterIdLst>
  <p:notesMasterIdLst>
    <p:notesMasterId xmlns:r="http://schemas.openxmlformats.org/officeDocument/2006/relationships" r:id="R1813ab587cb941a4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9e745d1b04393" /><Relationship Type="http://schemas.openxmlformats.org/officeDocument/2006/relationships/notesMaster" Target="/ppt/notesMasters/notesMaster1.xml" Id="R1813ab587cb941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c8d98b11588427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8aacda4e94f41" /><Relationship Type="http://schemas.openxmlformats.org/officeDocument/2006/relationships/slideLayout" Target="/ppt/slideLayouts/slideLayout2.xml" Id="R2fd6e801639e4e47" /><Relationship Type="http://schemas.openxmlformats.org/officeDocument/2006/relationships/slideLayout" Target="/ppt/slideLayouts/slideLayout3.xml" Id="R6a35c8c18cf94a1d" /><Relationship Type="http://schemas.openxmlformats.org/officeDocument/2006/relationships/slideLayout" Target="/ppt/slideLayouts/slideLayout4.xml" Id="R33db00a748a74e01" /><Relationship Type="http://schemas.openxmlformats.org/officeDocument/2006/relationships/slideLayout" Target="/ppt/slideLayouts/slideLayout5.xml" Id="R1f7d2221e0aa4f11" /><Relationship Type="http://schemas.openxmlformats.org/officeDocument/2006/relationships/slideLayout" Target="/ppt/slideLayouts/slideLayout6.xml" Id="Rc764790624b74d11" /><Relationship Type="http://schemas.openxmlformats.org/officeDocument/2006/relationships/slideLayout" Target="/ppt/slideLayouts/slideLayout7.xml" Id="R2c2db487f7ca44ed" /><Relationship Type="http://schemas.openxmlformats.org/officeDocument/2006/relationships/slideLayout" Target="/ppt/slideLayouts/slideLayout8.xml" Id="R1a3dd9f15bf1477d" /><Relationship Type="http://schemas.openxmlformats.org/officeDocument/2006/relationships/theme" Target="/ppt/slideMasters/theme/theme1.xml" Id="R973721478e1349f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3E8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18aacda4e94f41"/>
    <p:sldLayoutId xmlns:r="http://schemas.openxmlformats.org/officeDocument/2006/relationships" id="2147483650" r:id="R2fd6e801639e4e47"/>
    <p:sldLayoutId xmlns:r="http://schemas.openxmlformats.org/officeDocument/2006/relationships" id="2147483651" r:id="R6a35c8c18cf94a1d"/>
    <p:sldLayoutId xmlns:r="http://schemas.openxmlformats.org/officeDocument/2006/relationships" id="2147483652" r:id="R33db00a748a74e01"/>
    <p:sldLayoutId xmlns:r="http://schemas.openxmlformats.org/officeDocument/2006/relationships" id="2147483653" r:id="R1f7d2221e0aa4f11"/>
    <p:sldLayoutId xmlns:r="http://schemas.openxmlformats.org/officeDocument/2006/relationships" id="2147483654" r:id="Rc764790624b74d11"/>
    <p:sldLayoutId xmlns:r="http://schemas.openxmlformats.org/officeDocument/2006/relationships" id="2147483655" r:id="R2c2db487f7ca44ed"/>
    <p:sldLayoutId xmlns:r="http://schemas.openxmlformats.org/officeDocument/2006/relationships" id="2147483656" r:id="R1a3dd9f15bf1477d"/>
  </p:sldLayoutIdLst>
</p:sldMaster>
</file>

<file path=ppt/slideMasters/theme/theme1.xml><?xml version="1.0" encoding="utf-8"?>
<a:theme xmlns:a="http://schemas.openxmlformats.org/drawingml/2006/main" name="Daydream">
  <a:themeElements>
    <a:clrScheme name="Daydream">
      <a:dk1>
        <a:srgbClr val="4C1D95"/>
      </a:dk1>
      <a:lt1>
        <a:srgbClr val="FAF5FF"/>
      </a:lt1>
      <a:dk2>
        <a:srgbClr val="6D28D9"/>
      </a:dk2>
      <a:lt2>
        <a:srgbClr val="F3E8FF"/>
      </a:lt2>
      <a:accent1>
        <a:srgbClr val="8B5CF6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8B5CF6"/>
      </a:hlink>
      <a:folHlink>
        <a:srgbClr val="6D28D9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
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147133ccead47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e794ff8000496c"/>
  </p:sldMasterIdLst>
  <p:notesMasterIdLst>
    <p:notesMasterId xmlns:r="http://schemas.openxmlformats.org/officeDocument/2006/relationships" r:id="R9efbab039bcb40b0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e794ff8000496c" /><Relationship Type="http://schemas.openxmlformats.org/officeDocument/2006/relationships/notesMaster" Target="/ppt/notesMasters/notesMaster1.xml" Id="R9efbab039bcb40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d95391a8466c41a6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39bc1b27045da" /><Relationship Type="http://schemas.openxmlformats.org/officeDocument/2006/relationships/slideLayout" Target="/ppt/slideLayouts/slideLayout2.xml" Id="R222cec857cf645eb" /><Relationship Type="http://schemas.openxmlformats.org/officeDocument/2006/relationships/slideLayout" Target="/ppt/slideLayouts/slideLayout3.xml" Id="R360d4d56ceb04125" /><Relationship Type="http://schemas.openxmlformats.org/officeDocument/2006/relationships/slideLayout" Target="/ppt/slideLayouts/slideLayout4.xml" Id="R70bc5e5bd90949d4" /><Relationship Type="http://schemas.openxmlformats.org/officeDocument/2006/relationships/slideLayout" Target="/ppt/slideLayouts/slideLayout5.xml" Id="Rd5b8bf12f2274cb9" /><Relationship Type="http://schemas.openxmlformats.org/officeDocument/2006/relationships/slideLayout" Target="/ppt/slideLayouts/slideLayout6.xml" Id="Ra46bfd48b803466d" /><Relationship Type="http://schemas.openxmlformats.org/officeDocument/2006/relationships/slideLayout" Target="/ppt/slideLayouts/slideLayout7.xml" Id="R3b58353854294875" /><Relationship Type="http://schemas.openxmlformats.org/officeDocument/2006/relationships/slideLayout" Target="/ppt/slideLayouts/slideLayout8.xml" Id="R7a53ceffa7fa437a" /><Relationship Type="http://schemas.openxmlformats.org/officeDocument/2006/relationships/theme" Target="/ppt/slideMasters/theme/theme1.xml" Id="R72d272f74d30475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3E8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/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f39bc1b27045da"/>
    <p:sldLayoutId xmlns:r="http://schemas.openxmlformats.org/officeDocument/2006/relationships" id="2147483650" r:id="R222cec857cf645eb"/>
    <p:sldLayoutId xmlns:r="http://schemas.openxmlformats.org/officeDocument/2006/relationships" id="2147483651" r:id="R360d4d56ceb04125"/>
    <p:sldLayoutId xmlns:r="http://schemas.openxmlformats.org/officeDocument/2006/relationships" id="2147483652" r:id="R70bc5e5bd90949d4"/>
    <p:sldLayoutId xmlns:r="http://schemas.openxmlformats.org/officeDocument/2006/relationships" id="2147483653" r:id="Rd5b8bf12f2274cb9"/>
    <p:sldLayoutId xmlns:r="http://schemas.openxmlformats.org/officeDocument/2006/relationships" id="2147483654" r:id="Ra46bfd48b803466d"/>
    <p:sldLayoutId xmlns:r="http://schemas.openxmlformats.org/officeDocument/2006/relationships" id="2147483655" r:id="R3b58353854294875"/>
    <p:sldLayoutId xmlns:r="http://schemas.openxmlformats.org/officeDocument/2006/relationships" id="2147483656" r:id="R7a53ceffa7fa437a"/>
  </p:sldLayoutIdLst>
</p:sldMaster>
</file>

<file path=ppt/slideMasters/theme/theme1.xml><?xml version="1.0" encoding="utf-8"?>
<a:theme xmlns:a="http://schemas.openxmlformats.org/drawingml/2006/main" name="Daydream">
  <a:themeElements>
    <a:clrScheme name="Daydream">
      <a:dk1>
        <a:srgbClr val="4C1D95"/>
      </a:dk1>
      <a:lt1>
        <a:srgbClr val="FAF5FF"/>
      </a:lt1>
      <a:dk2>
        <a:srgbClr val="6D28D9"/>
      </a:dk2>
      <a:lt2>
        <a:srgbClr val="F3E8FF"/>
      </a:lt2>
      <a:accent1>
        <a:srgbClr val="8B5CF6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8B5CF6"/>
      </a:hlink>
      <a:folHlink>
        <a:srgbClr val="6D28D9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
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8ac1934eaff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d17d366d14c0f"/>
  </p:sldMasterIdLst>
  <p:notesMasterIdLst>
    <p:notesMasterId xmlns:r="http://schemas.openxmlformats.org/officeDocument/2006/relationships" r:id="Rd55dc5c334824292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d17d366d14c0f" /><Relationship Type="http://schemas.openxmlformats.org/officeDocument/2006/relationships/notesMaster" Target="/ppt/notesMasters/notesMaster1.xml" Id="Rd55dc5c3348242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3b09a38eedd444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2d120da3b4bd0" /><Relationship Type="http://schemas.openxmlformats.org/officeDocument/2006/relationships/slideLayout" Target="/ppt/slideLayouts/slideLayout2.xml" Id="Ra947880bfc6a4292" /><Relationship Type="http://schemas.openxmlformats.org/officeDocument/2006/relationships/slideLayout" Target="/ppt/slideLayouts/slideLayout3.xml" Id="R62509cb6c1e84d59" /><Relationship Type="http://schemas.openxmlformats.org/officeDocument/2006/relationships/slideLayout" Target="/ppt/slideLayouts/slideLayout4.xml" Id="R559f0fcf4fd9439a" /><Relationship Type="http://schemas.openxmlformats.org/officeDocument/2006/relationships/slideLayout" Target="/ppt/slideLayouts/slideLayout5.xml" Id="R234dec72d4024fcf" /><Relationship Type="http://schemas.openxmlformats.org/officeDocument/2006/relationships/slideLayout" Target="/ppt/slideLayouts/slideLayout6.xml" Id="Re2b4b127f37845fe" /><Relationship Type="http://schemas.openxmlformats.org/officeDocument/2006/relationships/slideLayout" Target="/ppt/slideLayouts/slideLayout7.xml" Id="Re9d7a1b700344997" /><Relationship Type="http://schemas.openxmlformats.org/officeDocument/2006/relationships/slideLayout" Target="/ppt/slideLayouts/slideLayout8.xml" Id="Ra9bfd3f41a744e95" /><Relationship Type="http://schemas.openxmlformats.org/officeDocument/2006/relationships/theme" Target="/ppt/slideMasters/theme/theme1.xml" Id="R8c6655d841c9494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2d120da3b4bd0"/>
    <p:sldLayoutId xmlns:r="http://schemas.openxmlformats.org/officeDocument/2006/relationships" id="2147483650" r:id="Ra947880bfc6a4292"/>
    <p:sldLayoutId xmlns:r="http://schemas.openxmlformats.org/officeDocument/2006/relationships" id="2147483651" r:id="R62509cb6c1e84d59"/>
    <p:sldLayoutId xmlns:r="http://schemas.openxmlformats.org/officeDocument/2006/relationships" id="2147483652" r:id="R559f0fcf4fd9439a"/>
    <p:sldLayoutId xmlns:r="http://schemas.openxmlformats.org/officeDocument/2006/relationships" id="2147483653" r:id="R234dec72d4024fcf"/>
    <p:sldLayoutId xmlns:r="http://schemas.openxmlformats.org/officeDocument/2006/relationships" id="2147483654" r:id="Re2b4b127f37845fe"/>
    <p:sldLayoutId xmlns:r="http://schemas.openxmlformats.org/officeDocument/2006/relationships" id="2147483655" r:id="Re9d7a1b700344997"/>
    <p:sldLayoutId xmlns:r="http://schemas.openxmlformats.org/officeDocument/2006/relationships" id="2147483656" r:id="Ra9bfd3f41a744e95"/>
  </p:sldLayoutIdLst>
</p:sldMaster>
</file>

<file path=ppt/slideMasters/theme/theme1.xml><?xml version="1.0" encoding="utf-8"?>
<a:theme xmlns:a="http://schemas.openxmlformats.org/drawingml/2006/main" name="Onyx">
  <a:themeElements>
    <a:clrScheme name="Onyx">
      <a:dk1>
        <a:srgbClr val="FAFAFA"/>
      </a:dk1>
      <a:lt1>
        <a:srgbClr val="0A0A0A"/>
      </a:lt1>
      <a:dk2>
        <a:srgbClr val="D4D4D4"/>
      </a:dk2>
      <a:lt2>
        <a:srgbClr val="171717"/>
      </a:lt2>
      <a:accent1>
        <a:srgbClr val="FFFFFF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FFFFFF"/>
      </a:hlink>
      <a:folHlink>
        <a:srgbClr val="D4D4D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
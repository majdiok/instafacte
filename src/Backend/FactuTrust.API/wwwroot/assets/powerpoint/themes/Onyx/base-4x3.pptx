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theme/theme1.xml" ContentType="application/vnd.openxmlformats-officedocument.theme+xml"/>
  <Override PartName="/ppt/notesMasters/notesMaster1.xml" ContentType="application/vnd.openxmlformats-officedocument.presentationml.notesMaster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4bfae7b92ca7417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694c0a07e4b40d9"/>
  </p:sldMasterIdLst>
  <p:notesMasterIdLst>
    <p:notesMasterId xmlns:r="http://schemas.openxmlformats.org/officeDocument/2006/relationships" r:id="R6af9dbb1edfe452a"/>
  </p:notesMasterIdLst>
  <p:sldIdLst/>
  <p:sldSz cx="9144000" cy="6858000" type="screen4x3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94c0a07e4b40d9" /><Relationship Type="http://schemas.openxmlformats.org/officeDocument/2006/relationships/notesMaster" Target="/ppt/notesMasters/notesMaster1.xml" Id="R6af9dbb1edfe452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5a8a0078505d4d41" /></Relationships>
</file>

<file path=ppt/notesMasters/notesMaster1.xml><?xml version="1.0" encoding="utf-8"?>
<p:notes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/>
</p:notesMaster>
</file>

<file path=ppt/slideLayouts/slideLayout1.xml><?xml version="1.0" encoding="utf-8"?>
<p:sldLayout xmlns:p="http://schemas.openxmlformats.org/presentationml/2006/main" type="title">
  <p:cSld>
    <p:spTree>
      <p:nvGrpSpPr>
        <p:cNvPr id="1" name="Layout_Cover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blank">
  <p:cSld>
    <p:spTree>
      <p:nvGrpSpPr>
        <p:cNvPr id="1" name="Layout_Sectio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blank">
  <p:cSld>
    <p:spTree>
      <p:nvGrpSpPr>
        <p:cNvPr id="1" name="Layout_TwoColum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>
    <p:spTree>
      <p:nvGrpSpPr>
        <p:cNvPr id="1" name="Layout_Blank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blank">
  <p:cSld>
    <p:spTree>
      <p:nvGrpSpPr>
        <p:cNvPr id="1" name="Layout_Credits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90b61dc4254ea8" /><Relationship Type="http://schemas.openxmlformats.org/officeDocument/2006/relationships/slideLayout" Target="/ppt/slideLayouts/slideLayout2.xml" Id="R8ec8afccf31c4241" /><Relationship Type="http://schemas.openxmlformats.org/officeDocument/2006/relationships/slideLayout" Target="/ppt/slideLayouts/slideLayout3.xml" Id="Raadd846c7d8f4ec2" /><Relationship Type="http://schemas.openxmlformats.org/officeDocument/2006/relationships/slideLayout" Target="/ppt/slideLayouts/slideLayout4.xml" Id="Rbc0d180646f54f65" /><Relationship Type="http://schemas.openxmlformats.org/officeDocument/2006/relationships/slideLayout" Target="/ppt/slideLayouts/slideLayout5.xml" Id="Rbe5fc69591564d33" /><Relationship Type="http://schemas.openxmlformats.org/officeDocument/2006/relationships/slideLayout" Target="/ppt/slideLayouts/slideLayout6.xml" Id="R469412d160ca47d6" /><Relationship Type="http://schemas.openxmlformats.org/officeDocument/2006/relationships/slideLayout" Target="/ppt/slideLayouts/slideLayout7.xml" Id="R985aa7ada7354b34" /><Relationship Type="http://schemas.openxmlformats.org/officeDocument/2006/relationships/slideLayout" Target="/ppt/slideLayouts/slideLayout8.xml" Id="Rb7b36f56642e4fe6" /><Relationship Type="http://schemas.openxmlformats.org/officeDocument/2006/relationships/theme" Target="/ppt/slideMasters/theme/theme1.xml" Id="R90612aa050e04206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ster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/>
          <a:solidFill xmlns:a="http://schemas.openxmlformats.org/drawingml/2006/main">
            <a:srgbClr val="0A0A0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Mast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6200"/>
          </a:xfrm>
          <a:prstGeom xmlns:a="http://schemas.openxmlformats.org/drawingml/2006/main" prst="rect"/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690b61dc4254ea8"/>
    <p:sldLayoutId xmlns:r="http://schemas.openxmlformats.org/officeDocument/2006/relationships" id="2147483650" r:id="R8ec8afccf31c4241"/>
    <p:sldLayoutId xmlns:r="http://schemas.openxmlformats.org/officeDocument/2006/relationships" id="2147483651" r:id="Raadd846c7d8f4ec2"/>
    <p:sldLayoutId xmlns:r="http://schemas.openxmlformats.org/officeDocument/2006/relationships" id="2147483652" r:id="Rbc0d180646f54f65"/>
    <p:sldLayoutId xmlns:r="http://schemas.openxmlformats.org/officeDocument/2006/relationships" id="2147483653" r:id="Rbe5fc69591564d33"/>
    <p:sldLayoutId xmlns:r="http://schemas.openxmlformats.org/officeDocument/2006/relationships" id="2147483654" r:id="R469412d160ca47d6"/>
    <p:sldLayoutId xmlns:r="http://schemas.openxmlformats.org/officeDocument/2006/relationships" id="2147483655" r:id="R985aa7ada7354b34"/>
    <p:sldLayoutId xmlns:r="http://schemas.openxmlformats.org/officeDocument/2006/relationships" id="2147483656" r:id="Rb7b36f56642e4fe6"/>
  </p:sldLayoutIdLst>
</p:sldMaster>
</file>

<file path=ppt/slideMasters/theme/theme1.xml><?xml version="1.0" encoding="utf-8"?>
<a:theme xmlns:a="http://schemas.openxmlformats.org/drawingml/2006/main" name="Onyx">
  <a:themeElements>
    <a:clrScheme name="Onyx">
      <a:dk1>
        <a:srgbClr val="FAFAFA"/>
      </a:dk1>
      <a:lt1>
        <a:srgbClr val="0A0A0A"/>
      </a:lt1>
      <a:dk2>
        <a:srgbClr val="D4D4D4"/>
      </a:dk2>
      <a:lt2>
        <a:srgbClr val="171717"/>
      </a:lt2>
      <a:accent1>
        <a:srgbClr val="FFFFFF"/>
      </a:accent1>
      <a:accent2>
        <a:srgbClr val="34D399"/>
      </a:accent2>
      <a:accent3>
        <a:srgbClr val="D97706"/>
      </a:accent3>
      <a:accent4>
        <a:srgbClr val="F87171"/>
      </a:accent4>
      <a:accent5>
        <a:srgbClr val="7C3AED"/>
      </a:accent5>
      <a:accent6>
        <a:srgbClr val="0891B2"/>
      </a:accent6>
      <a:hlink>
        <a:srgbClr val="FFFFFF"/>
      </a:hlink>
      <a:folHlink>
        <a:srgbClr val="D4D4D4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rgbClr val="CFD8DC"/>
          </a:solidFill>
        </a:ln>
        <a:ln w="19050">
          <a:solidFill>
            <a:srgbClr val="90A4AE"/>
          </a:solidFill>
        </a:ln>
        <a:ln w="28575">
          <a:solidFill>
            <a:srgbClr val="455A64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
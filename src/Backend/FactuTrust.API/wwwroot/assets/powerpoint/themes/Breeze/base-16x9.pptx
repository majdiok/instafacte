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theme/theme1.xml" ContentType="application/vnd.openxmlformats-officedocument.theme+xml"/>
  <Override PartName="/ppt/notesMasters/notesMaster1.xml" ContentType="application/vnd.openxmlformats-officedocument.presentationml.notesMaster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10e2d29f9b924cc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043a97d70304993"/>
  </p:sldMasterIdLst>
  <p:notesMasterIdLst>
    <p:notesMasterId xmlns:r="http://schemas.openxmlformats.org/officeDocument/2006/relationships" r:id="R1cbb4396ce9c4fa8"/>
  </p:notesMasterIdLst>
  <p:sldIdLst/>
  <p:sldSz cx="12192000" cy="6858000" type="screen16x9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43a97d70304993" /><Relationship Type="http://schemas.openxmlformats.org/officeDocument/2006/relationships/notesMaster" Target="/ppt/notesMasters/notesMaster1.xml" Id="R1cbb4396ce9c4fa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861e5dc79a25461b" /></Relationships>
</file>

<file path=ppt/notesMasters/notesMaster1.xml><?xml version="1.0" encoding="utf-8"?>
<p:notes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/>
</p:notesMaster>
</file>

<file path=ppt/slideLayouts/slideLayout1.xml><?xml version="1.0" encoding="utf-8"?>
<p:sldLayout xmlns:p="http://schemas.openxmlformats.org/presentationml/2006/main" type="title">
  <p:cSld>
    <p:spTree>
      <p:nvGrpSpPr>
        <p:cNvPr id="1" name="Layout_Cover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blank">
  <p:cSld>
    <p:spTree>
      <p:nvGrpSpPr>
        <p:cNvPr id="1" name="Layout_Sectio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blank">
  <p:cSld>
    <p:spTree>
      <p:nvGrpSpPr>
        <p:cNvPr id="1" name="Layout_TwoColum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>
  <p:cSld>
    <p:spTree>
      <p:nvGrpSpPr>
        <p:cNvPr id="1" name="Layout_Blank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blank">
  <p:cSld>
    <p:spTree>
      <p:nvGrpSpPr>
        <p:cNvPr id="1" name="Layout_Credits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ef9e0829b74f7e" /><Relationship Type="http://schemas.openxmlformats.org/officeDocument/2006/relationships/slideLayout" Target="/ppt/slideLayouts/slideLayout2.xml" Id="Rd3d70ac673ae4c96" /><Relationship Type="http://schemas.openxmlformats.org/officeDocument/2006/relationships/slideLayout" Target="/ppt/slideLayouts/slideLayout3.xml" Id="Rb07653c28a064029" /><Relationship Type="http://schemas.openxmlformats.org/officeDocument/2006/relationships/slideLayout" Target="/ppt/slideLayouts/slideLayout4.xml" Id="R2ea130bcc03f4c31" /><Relationship Type="http://schemas.openxmlformats.org/officeDocument/2006/relationships/slideLayout" Target="/ppt/slideLayouts/slideLayout5.xml" Id="R811de3b0e90641c2" /><Relationship Type="http://schemas.openxmlformats.org/officeDocument/2006/relationships/slideLayout" Target="/ppt/slideLayouts/slideLayout6.xml" Id="Raac1396d3ad44aab" /><Relationship Type="http://schemas.openxmlformats.org/officeDocument/2006/relationships/slideLayout" Target="/ppt/slideLayouts/slideLayout7.xml" Id="R3935027ada844dfc" /><Relationship Type="http://schemas.openxmlformats.org/officeDocument/2006/relationships/slideLayout" Target="/ppt/slideLayouts/slideLayout8.xml" Id="Rb694a7fc98ac4d4b" /><Relationship Type="http://schemas.openxmlformats.org/officeDocument/2006/relationships/theme" Target="/ppt/slideMasters/theme/theme1.xml" Id="Rc138e7afcda844ec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Master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/>
          <a:solidFill xmlns:a="http://schemas.openxmlformats.org/drawingml/2006/main">
            <a:srgbClr val="E0F2F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3" name="Mast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/>
          <a:solidFill xmlns:a="http://schemas.openxmlformats.org/drawingml/2006/main">
            <a:srgbClr val="0EA5E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bef9e0829b74f7e"/>
    <p:sldLayoutId xmlns:r="http://schemas.openxmlformats.org/officeDocument/2006/relationships" id="2147483650" r:id="Rd3d70ac673ae4c96"/>
    <p:sldLayoutId xmlns:r="http://schemas.openxmlformats.org/officeDocument/2006/relationships" id="2147483651" r:id="Rb07653c28a064029"/>
    <p:sldLayoutId xmlns:r="http://schemas.openxmlformats.org/officeDocument/2006/relationships" id="2147483652" r:id="R2ea130bcc03f4c31"/>
    <p:sldLayoutId xmlns:r="http://schemas.openxmlformats.org/officeDocument/2006/relationships" id="2147483653" r:id="R811de3b0e90641c2"/>
    <p:sldLayoutId xmlns:r="http://schemas.openxmlformats.org/officeDocument/2006/relationships" id="2147483654" r:id="Raac1396d3ad44aab"/>
    <p:sldLayoutId xmlns:r="http://schemas.openxmlformats.org/officeDocument/2006/relationships" id="2147483655" r:id="R3935027ada844dfc"/>
    <p:sldLayoutId xmlns:r="http://schemas.openxmlformats.org/officeDocument/2006/relationships" id="2147483656" r:id="Rb694a7fc98ac4d4b"/>
  </p:sldLayoutIdLst>
</p:sldMaster>
</file>

<file path=ppt/slideMasters/theme/theme1.xml><?xml version="1.0" encoding="utf-8"?>
<a:theme xmlns:a="http://schemas.openxmlformats.org/drawingml/2006/main" name="Breeze">
  <a:themeElements>
    <a:clrScheme name="Breeze">
      <a:dk1>
        <a:srgbClr val="0C4A6E"/>
      </a:dk1>
      <a:lt1>
        <a:srgbClr val="F0F9FF"/>
      </a:lt1>
      <a:dk2>
        <a:srgbClr val="0369A1"/>
      </a:dk2>
      <a:lt2>
        <a:srgbClr val="E0F2FE"/>
      </a:lt2>
      <a:accent1>
        <a:srgbClr val="0EA5E9"/>
      </a:accent1>
      <a:accent2>
        <a:srgbClr val="059669"/>
      </a:accent2>
      <a:accent3>
        <a:srgbClr val="D97706"/>
      </a:accent3>
      <a:accent4>
        <a:srgbClr val="DC2626"/>
      </a:accent4>
      <a:accent5>
        <a:srgbClr val="7C3AED"/>
      </a:accent5>
      <a:accent6>
        <a:srgbClr val="0891B2"/>
      </a:accent6>
      <a:hlink>
        <a:srgbClr val="0EA5E9"/>
      </a:hlink>
      <a:folHlink>
        <a:srgbClr val="0369A1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rgbClr val="CFD8DC"/>
          </a:solidFill>
        </a:ln>
        <a:ln w="19050">
          <a:solidFill>
            <a:srgbClr val="90A4AE"/>
          </a:solidFill>
        </a:ln>
        <a:ln w="28575">
          <a:solidFill>
            <a:srgbClr val="455A64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
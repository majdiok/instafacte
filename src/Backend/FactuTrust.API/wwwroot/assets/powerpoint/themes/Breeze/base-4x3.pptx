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5bb54db4c8347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63fef506644bc1"/>
  </p:sldMasterIdLst>
  <p:notesMasterIdLst>
    <p:notesMasterId xmlns:r="http://schemas.openxmlformats.org/officeDocument/2006/relationships" r:id="Re935123910334def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3fef506644bc1" /><Relationship Type="http://schemas.openxmlformats.org/officeDocument/2006/relationships/notesMaster" Target="/ppt/notesMasters/notesMaster1.xml" Id="Re935123910334d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6bee558591a4aa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616f35b934e0d" /><Relationship Type="http://schemas.openxmlformats.org/officeDocument/2006/relationships/slideLayout" Target="/ppt/slideLayouts/slideLayout2.xml" Id="R820f5252e1074f91" /><Relationship Type="http://schemas.openxmlformats.org/officeDocument/2006/relationships/slideLayout" Target="/ppt/slideLayouts/slideLayout3.xml" Id="R5365daf2cf7f495d" /><Relationship Type="http://schemas.openxmlformats.org/officeDocument/2006/relationships/slideLayout" Target="/ppt/slideLayouts/slideLayout4.xml" Id="R5299b1ffe6a14443" /><Relationship Type="http://schemas.openxmlformats.org/officeDocument/2006/relationships/slideLayout" Target="/ppt/slideLayouts/slideLayout5.xml" Id="Rd55cef92e67b4394" /><Relationship Type="http://schemas.openxmlformats.org/officeDocument/2006/relationships/slideLayout" Target="/ppt/slideLayouts/slideLayout6.xml" Id="Rdb19a3d170c54eb3" /><Relationship Type="http://schemas.openxmlformats.org/officeDocument/2006/relationships/slideLayout" Target="/ppt/slideLayouts/slideLayout7.xml" Id="Re126b533509440f7" /><Relationship Type="http://schemas.openxmlformats.org/officeDocument/2006/relationships/slideLayout" Target="/ppt/slideLayouts/slideLayout8.xml" Id="Rcdb10c3292fb4eb3" /><Relationship Type="http://schemas.openxmlformats.org/officeDocument/2006/relationships/theme" Target="/ppt/slideMasters/theme/theme1.xml" Id="R343cb8bcc223445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0F2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616f35b934e0d"/>
    <p:sldLayoutId xmlns:r="http://schemas.openxmlformats.org/officeDocument/2006/relationships" id="2147483650" r:id="R820f5252e1074f91"/>
    <p:sldLayoutId xmlns:r="http://schemas.openxmlformats.org/officeDocument/2006/relationships" id="2147483651" r:id="R5365daf2cf7f495d"/>
    <p:sldLayoutId xmlns:r="http://schemas.openxmlformats.org/officeDocument/2006/relationships" id="2147483652" r:id="R5299b1ffe6a14443"/>
    <p:sldLayoutId xmlns:r="http://schemas.openxmlformats.org/officeDocument/2006/relationships" id="2147483653" r:id="Rd55cef92e67b4394"/>
    <p:sldLayoutId xmlns:r="http://schemas.openxmlformats.org/officeDocument/2006/relationships" id="2147483654" r:id="Rdb19a3d170c54eb3"/>
    <p:sldLayoutId xmlns:r="http://schemas.openxmlformats.org/officeDocument/2006/relationships" id="2147483655" r:id="Re126b533509440f7"/>
    <p:sldLayoutId xmlns:r="http://schemas.openxmlformats.org/officeDocument/2006/relationships" id="2147483656" r:id="Rcdb10c3292fb4eb3"/>
  </p:sldLayoutIdLst>
</p:sldMaster>
</file>

<file path=ppt/slideMasters/theme/theme1.xml><?xml version="1.0" encoding="utf-8"?>
<a:theme xmlns:a="http://schemas.openxmlformats.org/drawingml/2006/main" name="Breeze">
  <a:themeElements>
    <a:clrScheme name="Breeze">
      <a:dk1>
        <a:srgbClr val="0C4A6E"/>
      </a:dk1>
      <a:lt1>
        <a:srgbClr val="F0F9FF"/>
      </a:lt1>
      <a:dk2>
        <a:srgbClr val="0369A1"/>
      </a:dk2>
      <a:lt2>
        <a:srgbClr val="E0F2FE"/>
      </a:lt2>
      <a:accent1>
        <a:srgbClr val="0EA5E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0EA5E9"/>
      </a:hlink>
      <a:folHlink>
        <a:srgbClr val="0369A1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
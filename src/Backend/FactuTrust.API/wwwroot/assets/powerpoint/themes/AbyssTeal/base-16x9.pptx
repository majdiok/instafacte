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b2536a1142d46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72107da2e84189"/>
  </p:sldMasterIdLst>
  <p:notesMasterIdLst>
    <p:notesMasterId xmlns:r="http://schemas.openxmlformats.org/officeDocument/2006/relationships" r:id="Ra9f52192a832484f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2107da2e84189" /><Relationship Type="http://schemas.openxmlformats.org/officeDocument/2006/relationships/notesMaster" Target="/ppt/notesMasters/notesMaster1.xml" Id="Ra9f52192a832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62edf1ce3ee4330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da84a595b4a3b" /><Relationship Type="http://schemas.openxmlformats.org/officeDocument/2006/relationships/slideLayout" Target="/ppt/slideLayouts/slideLayout2.xml" Id="R487bc6617a674401" /><Relationship Type="http://schemas.openxmlformats.org/officeDocument/2006/relationships/slideLayout" Target="/ppt/slideLayouts/slideLayout3.xml" Id="R7bba20e039cc443a" /><Relationship Type="http://schemas.openxmlformats.org/officeDocument/2006/relationships/slideLayout" Target="/ppt/slideLayouts/slideLayout4.xml" Id="R8bde1c54bb9a4ffa" /><Relationship Type="http://schemas.openxmlformats.org/officeDocument/2006/relationships/slideLayout" Target="/ppt/slideLayouts/slideLayout5.xml" Id="R33044570d0224814" /><Relationship Type="http://schemas.openxmlformats.org/officeDocument/2006/relationships/slideLayout" Target="/ppt/slideLayouts/slideLayout6.xml" Id="R00252446a11c40a0" /><Relationship Type="http://schemas.openxmlformats.org/officeDocument/2006/relationships/slideLayout" Target="/ppt/slideLayouts/slideLayout7.xml" Id="R65968fa8d7b34daa" /><Relationship Type="http://schemas.openxmlformats.org/officeDocument/2006/relationships/slideLayout" Target="/ppt/slideLayouts/slideLayout8.xml" Id="R44623eb84e7749a8" /><Relationship Type="http://schemas.openxmlformats.org/officeDocument/2006/relationships/theme" Target="/ppt/slideMasters/theme/theme1.xml" Id="R0fc9f0ba11cf4c9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42F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/>
          <a:solidFill xmlns:a="http://schemas.openxmlformats.org/drawingml/2006/main">
            <a:srgbClr val="5EEA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14300"/>
            <a:ext cx="2286000" cy="2286000"/>
          </a:xfrm>
          <a:prstGeom xmlns:a="http://schemas.openxmlformats.org/drawingml/2006/main" prst="rect"/>
          <a:solidFill xmlns:a="http://schemas.openxmlformats.org/drawingml/2006/main">
            <a:srgbClr val="134E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da84a595b4a3b"/>
    <p:sldLayoutId xmlns:r="http://schemas.openxmlformats.org/officeDocument/2006/relationships" id="2147483650" r:id="R487bc6617a674401"/>
    <p:sldLayoutId xmlns:r="http://schemas.openxmlformats.org/officeDocument/2006/relationships" id="2147483651" r:id="R7bba20e039cc443a"/>
    <p:sldLayoutId xmlns:r="http://schemas.openxmlformats.org/officeDocument/2006/relationships" id="2147483652" r:id="R8bde1c54bb9a4ffa"/>
    <p:sldLayoutId xmlns:r="http://schemas.openxmlformats.org/officeDocument/2006/relationships" id="2147483653" r:id="R33044570d0224814"/>
    <p:sldLayoutId xmlns:r="http://schemas.openxmlformats.org/officeDocument/2006/relationships" id="2147483654" r:id="R00252446a11c40a0"/>
    <p:sldLayoutId xmlns:r="http://schemas.openxmlformats.org/officeDocument/2006/relationships" id="2147483655" r:id="R65968fa8d7b34daa"/>
    <p:sldLayoutId xmlns:r="http://schemas.openxmlformats.org/officeDocument/2006/relationships" id="2147483656" r:id="R44623eb84e7749a8"/>
  </p:sldLayoutIdLst>
</p:sldMaster>
</file>

<file path=ppt/slideMasters/theme/theme1.xml><?xml version="1.0" encoding="utf-8"?>
<a:theme xmlns:a="http://schemas.openxmlformats.org/drawingml/2006/main" name="Abyss Teal">
  <a:themeElements>
    <a:clrScheme name="Abyss Teal">
      <a:dk1>
        <a:srgbClr val="F0FDFA"/>
      </a:dk1>
      <a:lt1>
        <a:srgbClr val="042F2E"/>
      </a:lt1>
      <a:dk2>
        <a:srgbClr val="99F6E4"/>
      </a:dk2>
      <a:lt2>
        <a:srgbClr val="134E4A"/>
      </a:lt2>
      <a:accent1>
        <a:srgbClr val="5EEAD4"/>
      </a:accent1>
      <a:accent2>
        <a:srgbClr val="06B6D4"/>
      </a:accent2>
      <a:accent3>
        <a:srgbClr val="2DD4BF"/>
      </a:accent3>
      <a:accent4>
        <a:srgbClr val="FBBF24"/>
      </a:accent4>
      <a:accent5>
        <a:srgbClr val="A5F3FC"/>
      </a:accent5>
      <a:accent6>
        <a:srgbClr val="67E8F9"/>
      </a:accent6>
      <a:hlink>
        <a:srgbClr val="5EEAD4"/>
      </a:hlink>
      <a:folHlink>
        <a:srgbClr val="99F6E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
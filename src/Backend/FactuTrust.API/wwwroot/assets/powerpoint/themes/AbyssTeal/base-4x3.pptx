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d724dd6d0da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6706a68164134"/>
  </p:sldMasterIdLst>
  <p:notesMasterIdLst>
    <p:notesMasterId xmlns:r="http://schemas.openxmlformats.org/officeDocument/2006/relationships" r:id="R037935f7701542bc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26706a68164134" /><Relationship Type="http://schemas.openxmlformats.org/officeDocument/2006/relationships/notesMaster" Target="/ppt/notesMasters/notesMaster1.xml" Id="R037935f77015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bc7810c38a04d6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a0a21bd17435e" /><Relationship Type="http://schemas.openxmlformats.org/officeDocument/2006/relationships/slideLayout" Target="/ppt/slideLayouts/slideLayout2.xml" Id="R7ff6126c79534470" /><Relationship Type="http://schemas.openxmlformats.org/officeDocument/2006/relationships/slideLayout" Target="/ppt/slideLayouts/slideLayout3.xml" Id="Ree5823d794b74e70" /><Relationship Type="http://schemas.openxmlformats.org/officeDocument/2006/relationships/slideLayout" Target="/ppt/slideLayouts/slideLayout4.xml" Id="R481ba24569cb49d1" /><Relationship Type="http://schemas.openxmlformats.org/officeDocument/2006/relationships/slideLayout" Target="/ppt/slideLayouts/slideLayout5.xml" Id="R5881124ae82c4ad0" /><Relationship Type="http://schemas.openxmlformats.org/officeDocument/2006/relationships/slideLayout" Target="/ppt/slideLayouts/slideLayout6.xml" Id="R99d3e15272214331" /><Relationship Type="http://schemas.openxmlformats.org/officeDocument/2006/relationships/slideLayout" Target="/ppt/slideLayouts/slideLayout7.xml" Id="Ra5e2ca0f1ad74aef" /><Relationship Type="http://schemas.openxmlformats.org/officeDocument/2006/relationships/slideLayout" Target="/ppt/slideLayouts/slideLayout8.xml" Id="Rf2dc21f809da441d" /><Relationship Type="http://schemas.openxmlformats.org/officeDocument/2006/relationships/theme" Target="/ppt/slideMasters/theme/theme1.xml" Id="R2bae0881de6c4a7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42F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14300"/>
          </a:xfrm>
          <a:prstGeom xmlns:a="http://schemas.openxmlformats.org/drawingml/2006/main" prst="rect"/>
          <a:solidFill xmlns:a="http://schemas.openxmlformats.org/drawingml/2006/main">
            <a:srgbClr val="5EEA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-114300"/>
            <a:ext cx="2286000" cy="2286000"/>
          </a:xfrm>
          <a:prstGeom xmlns:a="http://schemas.openxmlformats.org/drawingml/2006/main" prst="rect"/>
          <a:solidFill xmlns:a="http://schemas.openxmlformats.org/drawingml/2006/main">
            <a:srgbClr val="134E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9a0a21bd17435e"/>
    <p:sldLayoutId xmlns:r="http://schemas.openxmlformats.org/officeDocument/2006/relationships" id="2147483650" r:id="R7ff6126c79534470"/>
    <p:sldLayoutId xmlns:r="http://schemas.openxmlformats.org/officeDocument/2006/relationships" id="2147483651" r:id="Ree5823d794b74e70"/>
    <p:sldLayoutId xmlns:r="http://schemas.openxmlformats.org/officeDocument/2006/relationships" id="2147483652" r:id="R481ba24569cb49d1"/>
    <p:sldLayoutId xmlns:r="http://schemas.openxmlformats.org/officeDocument/2006/relationships" id="2147483653" r:id="R5881124ae82c4ad0"/>
    <p:sldLayoutId xmlns:r="http://schemas.openxmlformats.org/officeDocument/2006/relationships" id="2147483654" r:id="R99d3e15272214331"/>
    <p:sldLayoutId xmlns:r="http://schemas.openxmlformats.org/officeDocument/2006/relationships" id="2147483655" r:id="Ra5e2ca0f1ad74aef"/>
    <p:sldLayoutId xmlns:r="http://schemas.openxmlformats.org/officeDocument/2006/relationships" id="2147483656" r:id="Rf2dc21f809da441d"/>
  </p:sldLayoutIdLst>
</p:sldMaster>
</file>

<file path=ppt/slideMasters/theme/theme1.xml><?xml version="1.0" encoding="utf-8"?>
<a:theme xmlns:a="http://schemas.openxmlformats.org/drawingml/2006/main" name="Abyss Teal">
  <a:themeElements>
    <a:clrScheme name="Abyss Teal">
      <a:dk1>
        <a:srgbClr val="F0FDFA"/>
      </a:dk1>
      <a:lt1>
        <a:srgbClr val="042F2E"/>
      </a:lt1>
      <a:dk2>
        <a:srgbClr val="99F6E4"/>
      </a:dk2>
      <a:lt2>
        <a:srgbClr val="134E4A"/>
      </a:lt2>
      <a:accent1>
        <a:srgbClr val="5EEAD4"/>
      </a:accent1>
      <a:accent2>
        <a:srgbClr val="06B6D4"/>
      </a:accent2>
      <a:accent3>
        <a:srgbClr val="2DD4BF"/>
      </a:accent3>
      <a:accent4>
        <a:srgbClr val="FBBF24"/>
      </a:accent4>
      <a:accent5>
        <a:srgbClr val="A5F3FC"/>
      </a:accent5>
      <a:accent6>
        <a:srgbClr val="67E8F9"/>
      </a:accent6>
      <a:hlink>
        <a:srgbClr val="5EEAD4"/>
      </a:hlink>
      <a:folHlink>
        <a:srgbClr val="99F6E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
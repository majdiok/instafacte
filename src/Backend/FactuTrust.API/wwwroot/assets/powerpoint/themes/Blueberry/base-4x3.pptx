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7f006b7be1b4a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57c2874cc4065"/>
  </p:sldMasterIdLst>
  <p:notesMasterIdLst>
    <p:notesMasterId xmlns:r="http://schemas.openxmlformats.org/officeDocument/2006/relationships" r:id="Rfe9a3704f3054fc4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57c2874cc4065" /><Relationship Type="http://schemas.openxmlformats.org/officeDocument/2006/relationships/notesMaster" Target="/ppt/notesMasters/notesMaster1.xml" Id="Rfe9a3704f305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f96ee76f4d74cd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160601a914037" /><Relationship Type="http://schemas.openxmlformats.org/officeDocument/2006/relationships/slideLayout" Target="/ppt/slideLayouts/slideLayout2.xml" Id="Re9185c5e45094571" /><Relationship Type="http://schemas.openxmlformats.org/officeDocument/2006/relationships/slideLayout" Target="/ppt/slideLayouts/slideLayout3.xml" Id="Ra2c586b849f2455b" /><Relationship Type="http://schemas.openxmlformats.org/officeDocument/2006/relationships/slideLayout" Target="/ppt/slideLayouts/slideLayout4.xml" Id="R5357592350334253" /><Relationship Type="http://schemas.openxmlformats.org/officeDocument/2006/relationships/slideLayout" Target="/ppt/slideLayouts/slideLayout5.xml" Id="R6f1c54e722434881" /><Relationship Type="http://schemas.openxmlformats.org/officeDocument/2006/relationships/slideLayout" Target="/ppt/slideLayouts/slideLayout6.xml" Id="R6d8fe3316b3c46cb" /><Relationship Type="http://schemas.openxmlformats.org/officeDocument/2006/relationships/slideLayout" Target="/ppt/slideLayouts/slideLayout7.xml" Id="R4e8c8e038f0c442f" /><Relationship Type="http://schemas.openxmlformats.org/officeDocument/2006/relationships/slideLayout" Target="/ppt/slideLayouts/slideLayout8.xml" Id="R15ec7dda581445e2" /><Relationship Type="http://schemas.openxmlformats.org/officeDocument/2006/relationships/theme" Target="/ppt/slideMasters/theme/theme1.xml" Id="Rd460c2fd88a74b6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C19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0160601a914037"/>
    <p:sldLayoutId xmlns:r="http://schemas.openxmlformats.org/officeDocument/2006/relationships" id="2147483650" r:id="Re9185c5e45094571"/>
    <p:sldLayoutId xmlns:r="http://schemas.openxmlformats.org/officeDocument/2006/relationships" id="2147483651" r:id="Ra2c586b849f2455b"/>
    <p:sldLayoutId xmlns:r="http://schemas.openxmlformats.org/officeDocument/2006/relationships" id="2147483652" r:id="R5357592350334253"/>
    <p:sldLayoutId xmlns:r="http://schemas.openxmlformats.org/officeDocument/2006/relationships" id="2147483653" r:id="R6f1c54e722434881"/>
    <p:sldLayoutId xmlns:r="http://schemas.openxmlformats.org/officeDocument/2006/relationships" id="2147483654" r:id="R6d8fe3316b3c46cb"/>
    <p:sldLayoutId xmlns:r="http://schemas.openxmlformats.org/officeDocument/2006/relationships" id="2147483655" r:id="R4e8c8e038f0c442f"/>
    <p:sldLayoutId xmlns:r="http://schemas.openxmlformats.org/officeDocument/2006/relationships" id="2147483656" r:id="R15ec7dda581445e2"/>
  </p:sldLayoutIdLst>
</p:sldMaster>
</file>

<file path=ppt/slideMasters/theme/theme1.xml><?xml version="1.0" encoding="utf-8"?>
<a:theme xmlns:a="http://schemas.openxmlformats.org/drawingml/2006/main" name="Blueberry">
  <a:themeElements>
    <a:clrScheme name="Blueberry">
      <a:dk1>
        <a:srgbClr val="DBEAFE"/>
      </a:dk1>
      <a:lt1>
        <a:srgbClr val="0C1929"/>
      </a:lt1>
      <a:dk2>
        <a:srgbClr val="93C5FD"/>
      </a:dk2>
      <a:lt2>
        <a:srgbClr val="172554"/>
      </a:lt2>
      <a:accent1>
        <a:srgbClr val="3B82F6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3B82F6"/>
      </a:hlink>
      <a:folHlink>
        <a:srgbClr val="93C5F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
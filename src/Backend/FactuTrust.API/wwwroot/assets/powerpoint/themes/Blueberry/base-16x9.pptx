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d53da1091c2843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96a290adcc4bbb"/>
  </p:sldMasterIdLst>
  <p:notesMasterIdLst>
    <p:notesMasterId xmlns:r="http://schemas.openxmlformats.org/officeDocument/2006/relationships" r:id="R038595d60d9f4e2c"/>
  </p:notesMasterIdLst>
  <p:sldIdLst/>
  <p:sldSz cx="12192000" cy="6858000" type="screen16x9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96a290adcc4bbb" /><Relationship Type="http://schemas.openxmlformats.org/officeDocument/2006/relationships/notesMaster" Target="/ppt/notesMasters/notesMaster1.xml" Id="R038595d60d9f4e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cec3a2667ba343f2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/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5b97d60adb45b1" /><Relationship Type="http://schemas.openxmlformats.org/officeDocument/2006/relationships/slideLayout" Target="/ppt/slideLayouts/slideLayout2.xml" Id="R0a0a9270335445a8" /><Relationship Type="http://schemas.openxmlformats.org/officeDocument/2006/relationships/slideLayout" Target="/ppt/slideLayouts/slideLayout3.xml" Id="Rf123a44f50004f97" /><Relationship Type="http://schemas.openxmlformats.org/officeDocument/2006/relationships/slideLayout" Target="/ppt/slideLayouts/slideLayout4.xml" Id="Rbb58856ebaec427a" /><Relationship Type="http://schemas.openxmlformats.org/officeDocument/2006/relationships/slideLayout" Target="/ppt/slideLayouts/slideLayout5.xml" Id="R31db0e99baf44967" /><Relationship Type="http://schemas.openxmlformats.org/officeDocument/2006/relationships/slideLayout" Target="/ppt/slideLayouts/slideLayout6.xml" Id="R8262430cd2094b31" /><Relationship Type="http://schemas.openxmlformats.org/officeDocument/2006/relationships/slideLayout" Target="/ppt/slideLayouts/slideLayout7.xml" Id="R1c6fdce37e7e47a2" /><Relationship Type="http://schemas.openxmlformats.org/officeDocument/2006/relationships/slideLayout" Target="/ppt/slideLayouts/slideLayout8.xml" Id="R80df007a05934592" /><Relationship Type="http://schemas.openxmlformats.org/officeDocument/2006/relationships/theme" Target="/ppt/slideMasters/theme/theme1.xml" Id="Rcfddbad80ad1498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  <a:solidFill xmlns:a="http://schemas.openxmlformats.org/drawingml/2006/main">
            <a:srgbClr val="0C192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/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5b97d60adb45b1"/>
    <p:sldLayoutId xmlns:r="http://schemas.openxmlformats.org/officeDocument/2006/relationships" id="2147483650" r:id="R0a0a9270335445a8"/>
    <p:sldLayoutId xmlns:r="http://schemas.openxmlformats.org/officeDocument/2006/relationships" id="2147483651" r:id="Rf123a44f50004f97"/>
    <p:sldLayoutId xmlns:r="http://schemas.openxmlformats.org/officeDocument/2006/relationships" id="2147483652" r:id="Rbb58856ebaec427a"/>
    <p:sldLayoutId xmlns:r="http://schemas.openxmlformats.org/officeDocument/2006/relationships" id="2147483653" r:id="R31db0e99baf44967"/>
    <p:sldLayoutId xmlns:r="http://schemas.openxmlformats.org/officeDocument/2006/relationships" id="2147483654" r:id="R8262430cd2094b31"/>
    <p:sldLayoutId xmlns:r="http://schemas.openxmlformats.org/officeDocument/2006/relationships" id="2147483655" r:id="R1c6fdce37e7e47a2"/>
    <p:sldLayoutId xmlns:r="http://schemas.openxmlformats.org/officeDocument/2006/relationships" id="2147483656" r:id="R80df007a05934592"/>
  </p:sldLayoutIdLst>
</p:sldMaster>
</file>

<file path=ppt/slideMasters/theme/theme1.xml><?xml version="1.0" encoding="utf-8"?>
<a:theme xmlns:a="http://schemas.openxmlformats.org/drawingml/2006/main" name="Blueberry">
  <a:themeElements>
    <a:clrScheme name="Blueberry">
      <a:dk1>
        <a:srgbClr val="DBEAFE"/>
      </a:dk1>
      <a:lt1>
        <a:srgbClr val="0C1929"/>
      </a:lt1>
      <a:dk2>
        <a:srgbClr val="93C5FD"/>
      </a:dk2>
      <a:lt2>
        <a:srgbClr val="172554"/>
      </a:lt2>
      <a:accent1>
        <a:srgbClr val="3B82F6"/>
      </a:accent1>
      <a:accent2>
        <a:srgbClr val="34D399"/>
      </a:accent2>
      <a:accent3>
        <a:srgbClr val="D97706"/>
      </a:accent3>
      <a:accent4>
        <a:srgbClr val="F87171"/>
      </a:accent4>
      <a:accent5>
        <a:srgbClr val="7C3AED"/>
      </a:accent5>
      <a:accent6>
        <a:srgbClr val="0891B2"/>
      </a:accent6>
      <a:hlink>
        <a:srgbClr val="3B82F6"/>
      </a:hlink>
      <a:folHlink>
        <a:srgbClr val="93C5F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
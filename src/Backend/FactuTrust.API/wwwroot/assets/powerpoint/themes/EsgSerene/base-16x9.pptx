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553941c7a254d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9254bda6a44d7d"/>
  </p:sldMasterIdLst>
  <p:notesMasterIdLst>
    <p:notesMasterId xmlns:r="http://schemas.openxmlformats.org/officeDocument/2006/relationships" r:id="R63af12d438764cf8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9254bda6a44d7d" /><Relationship Type="http://schemas.openxmlformats.org/officeDocument/2006/relationships/notesMaster" Target="/ppt/notesMasters/notesMaster1.xml" Id="R63af12d438764c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61e60bb02a9e46ca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8b2ba9388466e" /><Relationship Type="http://schemas.openxmlformats.org/officeDocument/2006/relationships/slideLayout" Target="/ppt/slideLayouts/slideLayout2.xml" Id="R52ed857f24fd4017" /><Relationship Type="http://schemas.openxmlformats.org/officeDocument/2006/relationships/slideLayout" Target="/ppt/slideLayouts/slideLayout3.xml" Id="Rb0c81eec8ca64377" /><Relationship Type="http://schemas.openxmlformats.org/officeDocument/2006/relationships/slideLayout" Target="/ppt/slideLayouts/slideLayout4.xml" Id="R3afffc5cb8aa4ea7" /><Relationship Type="http://schemas.openxmlformats.org/officeDocument/2006/relationships/slideLayout" Target="/ppt/slideLayouts/slideLayout5.xml" Id="R85a66e6b2659416a" /><Relationship Type="http://schemas.openxmlformats.org/officeDocument/2006/relationships/slideLayout" Target="/ppt/slideLayouts/slideLayout6.xml" Id="Rf8ca999d0f494962" /><Relationship Type="http://schemas.openxmlformats.org/officeDocument/2006/relationships/slideLayout" Target="/ppt/slideLayouts/slideLayout7.xml" Id="R7cc7189cb7454e07" /><Relationship Type="http://schemas.openxmlformats.org/officeDocument/2006/relationships/slideLayout" Target="/ppt/slideLayouts/slideLayout8.xml" Id="Rc60d16fc8f994b4a" /><Relationship Type="http://schemas.openxmlformats.org/officeDocument/2006/relationships/theme" Target="/ppt/slideMasters/theme/theme1.xml" Id="R93dca7c00c264a8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D1FA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/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MasterBloc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286250"/>
            <a:ext cx="1714500" cy="1714500"/>
          </a:xfrm>
          <a:prstGeom xmlns:a="http://schemas.openxmlformats.org/drawingml/2006/main" prst="rect"/>
          <a:solidFill xmlns:a="http://schemas.openxmlformats.org/drawingml/2006/main">
            <a:srgbClr val="D1FA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48b2ba9388466e"/>
    <p:sldLayoutId xmlns:r="http://schemas.openxmlformats.org/officeDocument/2006/relationships" id="2147483650" r:id="R52ed857f24fd4017"/>
    <p:sldLayoutId xmlns:r="http://schemas.openxmlformats.org/officeDocument/2006/relationships" id="2147483651" r:id="Rb0c81eec8ca64377"/>
    <p:sldLayoutId xmlns:r="http://schemas.openxmlformats.org/officeDocument/2006/relationships" id="2147483652" r:id="R3afffc5cb8aa4ea7"/>
    <p:sldLayoutId xmlns:r="http://schemas.openxmlformats.org/officeDocument/2006/relationships" id="2147483653" r:id="R85a66e6b2659416a"/>
    <p:sldLayoutId xmlns:r="http://schemas.openxmlformats.org/officeDocument/2006/relationships" id="2147483654" r:id="Rf8ca999d0f494962"/>
    <p:sldLayoutId xmlns:r="http://schemas.openxmlformats.org/officeDocument/2006/relationships" id="2147483655" r:id="R7cc7189cb7454e07"/>
    <p:sldLayoutId xmlns:r="http://schemas.openxmlformats.org/officeDocument/2006/relationships" id="2147483656" r:id="Rc60d16fc8f994b4a"/>
  </p:sldLayoutIdLst>
</p:sldMaster>
</file>

<file path=ppt/slideMasters/theme/theme1.xml><?xml version="1.0" encoding="utf-8"?>
<a:theme xmlns:a="http://schemas.openxmlformats.org/drawingml/2006/main" name="ESG Serene">
  <a:themeElements>
    <a:clrScheme name="ESG Serene">
      <a:dk1>
        <a:srgbClr val="064E3B"/>
      </a:dk1>
      <a:lt1>
        <a:srgbClr val="ECFDF5"/>
      </a:lt1>
      <a:dk2>
        <a:srgbClr val="047857"/>
      </a:dk2>
      <a:lt2>
        <a:srgbClr val="D1FAE5"/>
      </a:lt2>
      <a:accent1>
        <a:srgbClr val="10B981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10B981"/>
      </a:hlink>
      <a:folHlink>
        <a:srgbClr val="04785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
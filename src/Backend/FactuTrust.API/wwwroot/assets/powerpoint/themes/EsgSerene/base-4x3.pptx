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a41c175a73243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ff83309caa42a9"/>
  </p:sldMasterIdLst>
  <p:notesMasterIdLst>
    <p:notesMasterId xmlns:r="http://schemas.openxmlformats.org/officeDocument/2006/relationships" r:id="R5aa5fd4d1cf74ac1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f83309caa42a9" /><Relationship Type="http://schemas.openxmlformats.org/officeDocument/2006/relationships/notesMaster" Target="/ppt/notesMasters/notesMaster1.xml" Id="R5aa5fd4d1cf74a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851dfddfc864acd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f23b1f90a4a7b" /><Relationship Type="http://schemas.openxmlformats.org/officeDocument/2006/relationships/slideLayout" Target="/ppt/slideLayouts/slideLayout2.xml" Id="R05268757547c4db1" /><Relationship Type="http://schemas.openxmlformats.org/officeDocument/2006/relationships/slideLayout" Target="/ppt/slideLayouts/slideLayout3.xml" Id="R6a007364e9304234" /><Relationship Type="http://schemas.openxmlformats.org/officeDocument/2006/relationships/slideLayout" Target="/ppt/slideLayouts/slideLayout4.xml" Id="R00e3cb0c866548aa" /><Relationship Type="http://schemas.openxmlformats.org/officeDocument/2006/relationships/slideLayout" Target="/ppt/slideLayouts/slideLayout5.xml" Id="R76dc0bf2e59445f3" /><Relationship Type="http://schemas.openxmlformats.org/officeDocument/2006/relationships/slideLayout" Target="/ppt/slideLayouts/slideLayout6.xml" Id="R9105c78c09fe4a66" /><Relationship Type="http://schemas.openxmlformats.org/officeDocument/2006/relationships/slideLayout" Target="/ppt/slideLayouts/slideLayout7.xml" Id="R56abbe8c4e2040ef" /><Relationship Type="http://schemas.openxmlformats.org/officeDocument/2006/relationships/slideLayout" Target="/ppt/slideLayouts/slideLayout8.xml" Id="R1e17078de77e48b4" /><Relationship Type="http://schemas.openxmlformats.org/officeDocument/2006/relationships/theme" Target="/ppt/slideMasters/theme/theme1.xml" Id="Rddb63bd61fcd4f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7150"/>
          </a:xfrm>
          <a:prstGeom xmlns:a="http://schemas.openxmlformats.org/drawingml/2006/main" prst="rect"/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f23b1f90a4a7b"/>
    <p:sldLayoutId xmlns:r="http://schemas.openxmlformats.org/officeDocument/2006/relationships" id="2147483650" r:id="R05268757547c4db1"/>
    <p:sldLayoutId xmlns:r="http://schemas.openxmlformats.org/officeDocument/2006/relationships" id="2147483651" r:id="R6a007364e9304234"/>
    <p:sldLayoutId xmlns:r="http://schemas.openxmlformats.org/officeDocument/2006/relationships" id="2147483652" r:id="R00e3cb0c866548aa"/>
    <p:sldLayoutId xmlns:r="http://schemas.openxmlformats.org/officeDocument/2006/relationships" id="2147483653" r:id="R76dc0bf2e59445f3"/>
    <p:sldLayoutId xmlns:r="http://schemas.openxmlformats.org/officeDocument/2006/relationships" id="2147483654" r:id="R9105c78c09fe4a66"/>
    <p:sldLayoutId xmlns:r="http://schemas.openxmlformats.org/officeDocument/2006/relationships" id="2147483655" r:id="R56abbe8c4e2040ef"/>
    <p:sldLayoutId xmlns:r="http://schemas.openxmlformats.org/officeDocument/2006/relationships" id="2147483656" r:id="R1e17078de77e48b4"/>
  </p:sldLayoutIdLst>
</p:sldMaster>
</file>

<file path=ppt/slideMasters/theme/theme1.xml><?xml version="1.0" encoding="utf-8"?>
<a:theme xmlns:a="http://schemas.openxmlformats.org/drawingml/2006/main" name="ESG Serene">
  <a:themeElements>
    <a:clrScheme name="ESG Serene">
      <a:dk1>
        <a:srgbClr val="064E3B"/>
      </a:dk1>
      <a:lt1>
        <a:srgbClr val="ECFDF5"/>
      </a:lt1>
      <a:dk2>
        <a:srgbClr val="047857"/>
      </a:dk2>
      <a:lt2>
        <a:srgbClr val="D1FAE5"/>
      </a:lt2>
      <a:accent1>
        <a:srgbClr val="10B98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0B981"/>
      </a:hlink>
      <a:folHlink>
        <a:srgbClr val="04785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
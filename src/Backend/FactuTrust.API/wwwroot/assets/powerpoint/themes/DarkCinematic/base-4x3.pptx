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e2b9ea5d7e042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ca242f819649ae"/>
  </p:sldMasterIdLst>
  <p:notesMasterIdLst>
    <p:notesMasterId xmlns:r="http://schemas.openxmlformats.org/officeDocument/2006/relationships" r:id="R8a547bc0f2a94ad1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ca242f819649ae" /><Relationship Type="http://schemas.openxmlformats.org/officeDocument/2006/relationships/notesMaster" Target="/ppt/notesMasters/notesMaster1.xml" Id="R8a547bc0f2a94a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146ff54bfafb4c83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18e59cc60427e" /><Relationship Type="http://schemas.openxmlformats.org/officeDocument/2006/relationships/slideLayout" Target="/ppt/slideLayouts/slideLayout2.xml" Id="R6078b43b4fce4e5d" /><Relationship Type="http://schemas.openxmlformats.org/officeDocument/2006/relationships/slideLayout" Target="/ppt/slideLayouts/slideLayout3.xml" Id="R9c82af5705f74e09" /><Relationship Type="http://schemas.openxmlformats.org/officeDocument/2006/relationships/slideLayout" Target="/ppt/slideLayouts/slideLayout4.xml" Id="R068cf9a42c844cb2" /><Relationship Type="http://schemas.openxmlformats.org/officeDocument/2006/relationships/slideLayout" Target="/ppt/slideLayouts/slideLayout5.xml" Id="R7b4e050798ee43d3" /><Relationship Type="http://schemas.openxmlformats.org/officeDocument/2006/relationships/slideLayout" Target="/ppt/slideLayouts/slideLayout6.xml" Id="R8a32077f338a459c" /><Relationship Type="http://schemas.openxmlformats.org/officeDocument/2006/relationships/slideLayout" Target="/ppt/slideLayouts/slideLayout7.xml" Id="R601255a8d39b4d7a" /><Relationship Type="http://schemas.openxmlformats.org/officeDocument/2006/relationships/slideLayout" Target="/ppt/slideLayouts/slideLayout8.xml" Id="Rf17e50ef8ecc4964" /><Relationship Type="http://schemas.openxmlformats.org/officeDocument/2006/relationships/theme" Target="/ppt/slideMasters/theme/theme1.xml" Id="R5ba3896a35e7479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0A0A0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14300"/>
          </a:xfrm>
          <a:prstGeom xmlns:a="http://schemas.openxmlformats.org/drawingml/2006/main" prst="rect"/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MasterBloc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-114300"/>
            <a:ext cx="2286000" cy="2286000"/>
          </a:xfrm>
          <a:prstGeom xmlns:a="http://schemas.openxmlformats.org/drawingml/2006/main" prst="rect"/>
          <a:solidFill xmlns:a="http://schemas.openxmlformats.org/drawingml/2006/main">
            <a:srgbClr val="4C1D9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d18e59cc60427e"/>
    <p:sldLayoutId xmlns:r="http://schemas.openxmlformats.org/officeDocument/2006/relationships" id="2147483650" r:id="R6078b43b4fce4e5d"/>
    <p:sldLayoutId xmlns:r="http://schemas.openxmlformats.org/officeDocument/2006/relationships" id="2147483651" r:id="R9c82af5705f74e09"/>
    <p:sldLayoutId xmlns:r="http://schemas.openxmlformats.org/officeDocument/2006/relationships" id="2147483652" r:id="R068cf9a42c844cb2"/>
    <p:sldLayoutId xmlns:r="http://schemas.openxmlformats.org/officeDocument/2006/relationships" id="2147483653" r:id="R7b4e050798ee43d3"/>
    <p:sldLayoutId xmlns:r="http://schemas.openxmlformats.org/officeDocument/2006/relationships" id="2147483654" r:id="R8a32077f338a459c"/>
    <p:sldLayoutId xmlns:r="http://schemas.openxmlformats.org/officeDocument/2006/relationships" id="2147483655" r:id="R601255a8d39b4d7a"/>
    <p:sldLayoutId xmlns:r="http://schemas.openxmlformats.org/officeDocument/2006/relationships" id="2147483656" r:id="Rf17e50ef8ecc4964"/>
  </p:sldLayoutIdLst>
</p:sldMaster>
</file>

<file path=ppt/slideMasters/theme/theme1.xml><?xml version="1.0" encoding="utf-8"?>
<a:theme xmlns:a="http://schemas.openxmlformats.org/drawingml/2006/main" name="Dark Cinematic">
  <a:themeElements>
    <a:clrScheme name="Dark Cinematic">
      <a:dk1>
        <a:srgbClr val="F5F3FF"/>
      </a:dk1>
      <a:lt1>
        <a:srgbClr val="0A0A0A"/>
      </a:lt1>
      <a:dk2>
        <a:srgbClr val="C4B5FD"/>
      </a:dk2>
      <a:lt2>
        <a:srgbClr val="171717"/>
      </a:lt2>
      <a:accent1>
        <a:srgbClr val="A78BFA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A78BFA"/>
      </a:hlink>
      <a:folHlink>
        <a:srgbClr val="C4B5F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
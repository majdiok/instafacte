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d181f1091df42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ab47a612746b0"/>
  </p:sldMasterIdLst>
  <p:notesMasterIdLst>
    <p:notesMasterId xmlns:r="http://schemas.openxmlformats.org/officeDocument/2006/relationships" r:id="R7201c4dd707549c7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ab47a612746b0" /><Relationship Type="http://schemas.openxmlformats.org/officeDocument/2006/relationships/notesMaster" Target="/ppt/notesMasters/notesMaster1.xml" Id="R7201c4dd7075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fafd243e94347d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9274422cb4a43" /><Relationship Type="http://schemas.openxmlformats.org/officeDocument/2006/relationships/slideLayout" Target="/ppt/slideLayouts/slideLayout2.xml" Id="Rd7caf33be73441a7" /><Relationship Type="http://schemas.openxmlformats.org/officeDocument/2006/relationships/slideLayout" Target="/ppt/slideLayouts/slideLayout3.xml" Id="R987c5539625f4fbf" /><Relationship Type="http://schemas.openxmlformats.org/officeDocument/2006/relationships/slideLayout" Target="/ppt/slideLayouts/slideLayout4.xml" Id="Rf04aec8dc96743a0" /><Relationship Type="http://schemas.openxmlformats.org/officeDocument/2006/relationships/slideLayout" Target="/ppt/slideLayouts/slideLayout5.xml" Id="R7bab98eef51d49de" /><Relationship Type="http://schemas.openxmlformats.org/officeDocument/2006/relationships/slideLayout" Target="/ppt/slideLayouts/slideLayout6.xml" Id="Rdd0b5d0402874870" /><Relationship Type="http://schemas.openxmlformats.org/officeDocument/2006/relationships/slideLayout" Target="/ppt/slideLayouts/slideLayout7.xml" Id="R4536bf042f1b4318" /><Relationship Type="http://schemas.openxmlformats.org/officeDocument/2006/relationships/slideLayout" Target="/ppt/slideLayouts/slideLayout8.xml" Id="Rcc98d84305c345a4" /><Relationship Type="http://schemas.openxmlformats.org/officeDocument/2006/relationships/theme" Target="/ppt/slideMasters/theme/theme1.xml" Id="R1f61e152421945c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/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14300"/>
            <a:ext cx="2286000" cy="2286000"/>
          </a:xfrm>
          <a:prstGeom xmlns:a="http://schemas.openxmlformats.org/drawingml/2006/main" prst="rect"/>
          <a:solidFill xmlns:a="http://schemas.openxmlformats.org/drawingml/2006/main">
            <a:srgbClr val="4C1D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9274422cb4a43"/>
    <p:sldLayoutId xmlns:r="http://schemas.openxmlformats.org/officeDocument/2006/relationships" id="2147483650" r:id="Rd7caf33be73441a7"/>
    <p:sldLayoutId xmlns:r="http://schemas.openxmlformats.org/officeDocument/2006/relationships" id="2147483651" r:id="R987c5539625f4fbf"/>
    <p:sldLayoutId xmlns:r="http://schemas.openxmlformats.org/officeDocument/2006/relationships" id="2147483652" r:id="Rf04aec8dc96743a0"/>
    <p:sldLayoutId xmlns:r="http://schemas.openxmlformats.org/officeDocument/2006/relationships" id="2147483653" r:id="R7bab98eef51d49de"/>
    <p:sldLayoutId xmlns:r="http://schemas.openxmlformats.org/officeDocument/2006/relationships" id="2147483654" r:id="Rdd0b5d0402874870"/>
    <p:sldLayoutId xmlns:r="http://schemas.openxmlformats.org/officeDocument/2006/relationships" id="2147483655" r:id="R4536bf042f1b4318"/>
    <p:sldLayoutId xmlns:r="http://schemas.openxmlformats.org/officeDocument/2006/relationships" id="2147483656" r:id="Rcc98d84305c345a4"/>
  </p:sldLayoutIdLst>
</p:sldMaster>
</file>

<file path=ppt/slideMasters/theme/theme1.xml><?xml version="1.0" encoding="utf-8"?>
<a:theme xmlns:a="http://schemas.openxmlformats.org/drawingml/2006/main" name="Dark Cinematic">
  <a:themeElements>
    <a:clrScheme name="Dark Cinematic">
      <a:dk1>
        <a:srgbClr val="F5F3FF"/>
      </a:dk1>
      <a:lt1>
        <a:srgbClr val="0A0A0A"/>
      </a:lt1>
      <a:dk2>
        <a:srgbClr val="C4B5FD"/>
      </a:dk2>
      <a:lt2>
        <a:srgbClr val="171717"/>
      </a:lt2>
      <a:accent1>
        <a:srgbClr val="A78BFA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A78BFA"/>
      </a:hlink>
      <a:folHlink>
        <a:srgbClr val="C4B5F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
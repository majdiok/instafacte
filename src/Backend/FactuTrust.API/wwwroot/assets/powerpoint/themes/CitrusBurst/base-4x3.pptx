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26f67f596f3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be29831f8340cd"/>
  </p:sldMasterIdLst>
  <p:notesMasterIdLst>
    <p:notesMasterId xmlns:r="http://schemas.openxmlformats.org/officeDocument/2006/relationships" r:id="Rcb1183d805a44519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e29831f8340cd" /><Relationship Type="http://schemas.openxmlformats.org/officeDocument/2006/relationships/notesMaster" Target="/ppt/notesMasters/notesMaster1.xml" Id="Rcb1183d805a4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341d4cb1d0c49f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da4ec5eaf4aa3" /><Relationship Type="http://schemas.openxmlformats.org/officeDocument/2006/relationships/slideLayout" Target="/ppt/slideLayouts/slideLayout2.xml" Id="Rb5e1ee14ca064268" /><Relationship Type="http://schemas.openxmlformats.org/officeDocument/2006/relationships/slideLayout" Target="/ppt/slideLayouts/slideLayout3.xml" Id="R1b1ff05e965e4b4d" /><Relationship Type="http://schemas.openxmlformats.org/officeDocument/2006/relationships/slideLayout" Target="/ppt/slideLayouts/slideLayout4.xml" Id="R66d66ba0017f46c1" /><Relationship Type="http://schemas.openxmlformats.org/officeDocument/2006/relationships/slideLayout" Target="/ppt/slideLayouts/slideLayout5.xml" Id="R1e3f37aa146044c6" /><Relationship Type="http://schemas.openxmlformats.org/officeDocument/2006/relationships/slideLayout" Target="/ppt/slideLayouts/slideLayout6.xml" Id="Rd0c437ac38d0438e" /><Relationship Type="http://schemas.openxmlformats.org/officeDocument/2006/relationships/slideLayout" Target="/ppt/slideLayouts/slideLayout7.xml" Id="R7775f4ae624048dc" /><Relationship Type="http://schemas.openxmlformats.org/officeDocument/2006/relationships/slideLayout" Target="/ppt/slideLayouts/slideLayout8.xml" Id="Rf657fbc8ebdd4809" /><Relationship Type="http://schemas.openxmlformats.org/officeDocument/2006/relationships/theme" Target="/ppt/slideMasters/theme/theme1.xml" Id="R4bae4bb38d4c402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CFC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EA58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9da4ec5eaf4aa3"/>
    <p:sldLayoutId xmlns:r="http://schemas.openxmlformats.org/officeDocument/2006/relationships" id="2147483650" r:id="Rb5e1ee14ca064268"/>
    <p:sldLayoutId xmlns:r="http://schemas.openxmlformats.org/officeDocument/2006/relationships" id="2147483651" r:id="R1b1ff05e965e4b4d"/>
    <p:sldLayoutId xmlns:r="http://schemas.openxmlformats.org/officeDocument/2006/relationships" id="2147483652" r:id="R66d66ba0017f46c1"/>
    <p:sldLayoutId xmlns:r="http://schemas.openxmlformats.org/officeDocument/2006/relationships" id="2147483653" r:id="R1e3f37aa146044c6"/>
    <p:sldLayoutId xmlns:r="http://schemas.openxmlformats.org/officeDocument/2006/relationships" id="2147483654" r:id="Rd0c437ac38d0438e"/>
    <p:sldLayoutId xmlns:r="http://schemas.openxmlformats.org/officeDocument/2006/relationships" id="2147483655" r:id="R7775f4ae624048dc"/>
    <p:sldLayoutId xmlns:r="http://schemas.openxmlformats.org/officeDocument/2006/relationships" id="2147483656" r:id="Rf657fbc8ebdd4809"/>
  </p:sldLayoutIdLst>
</p:sldMaster>
</file>

<file path=ppt/slideMasters/theme/theme1.xml><?xml version="1.0" encoding="utf-8"?>
<a:theme xmlns:a="http://schemas.openxmlformats.org/drawingml/2006/main" name="Citrus Burst">
  <a:themeElements>
    <a:clrScheme name="Citrus Burst">
      <a:dk1>
        <a:srgbClr val="365314"/>
      </a:dk1>
      <a:lt1>
        <a:srgbClr val="F7FEE7"/>
      </a:lt1>
      <a:dk2>
        <a:srgbClr val="4D7C0F"/>
      </a:dk2>
      <a:lt2>
        <a:srgbClr val="ECFCCB"/>
      </a:lt2>
      <a:accent1>
        <a:srgbClr val="EA580C"/>
      </a:accent1>
      <a:accent2>
        <a:srgbClr val="84CC16"/>
      </a:accent2>
      <a:accent3>
        <a:srgbClr val="F97316"/>
      </a:accent3>
      <a:accent4>
        <a:srgbClr val="A3E635"/>
      </a:accent4>
      <a:accent5>
        <a:srgbClr val="BEF264"/>
      </a:accent5>
      <a:accent6>
        <a:srgbClr val="FB923C"/>
      </a:accent6>
      <a:hlink>
        <a:srgbClr val="EA580C"/>
      </a:hlink>
      <a:folHlink>
        <a:srgbClr val="4D7C0F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
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59cf50451e34d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6711bb654e4913"/>
  </p:sldMasterIdLst>
  <p:notesMasterIdLst>
    <p:notesMasterId xmlns:r="http://schemas.openxmlformats.org/officeDocument/2006/relationships" r:id="R89d9479423134b9c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711bb654e4913" /><Relationship Type="http://schemas.openxmlformats.org/officeDocument/2006/relationships/notesMaster" Target="/ppt/notesMasters/notesMaster1.xml" Id="R89d9479423134b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fcd1759071a4c8d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7104954e9456e" /><Relationship Type="http://schemas.openxmlformats.org/officeDocument/2006/relationships/slideLayout" Target="/ppt/slideLayouts/slideLayout2.xml" Id="R036ee095ad694225" /><Relationship Type="http://schemas.openxmlformats.org/officeDocument/2006/relationships/slideLayout" Target="/ppt/slideLayouts/slideLayout3.xml" Id="Ra969bc63f4944391" /><Relationship Type="http://schemas.openxmlformats.org/officeDocument/2006/relationships/slideLayout" Target="/ppt/slideLayouts/slideLayout4.xml" Id="R17d7aa199b45465f" /><Relationship Type="http://schemas.openxmlformats.org/officeDocument/2006/relationships/slideLayout" Target="/ppt/slideLayouts/slideLayout5.xml" Id="Rd1e2d079fe8543ba" /><Relationship Type="http://schemas.openxmlformats.org/officeDocument/2006/relationships/slideLayout" Target="/ppt/slideLayouts/slideLayout6.xml" Id="R79b00e1205154c89" /><Relationship Type="http://schemas.openxmlformats.org/officeDocument/2006/relationships/slideLayout" Target="/ppt/slideLayouts/slideLayout7.xml" Id="Rd50eaa51be294cae" /><Relationship Type="http://schemas.openxmlformats.org/officeDocument/2006/relationships/slideLayout" Target="/ppt/slideLayouts/slideLayout8.xml" Id="Ra759e0f4f1354e87" /><Relationship Type="http://schemas.openxmlformats.org/officeDocument/2006/relationships/theme" Target="/ppt/slideMasters/theme/theme1.xml" Id="Rd24a5e916e324d6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ECFC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/>
          <a:solidFill xmlns:a="http://schemas.openxmlformats.org/drawingml/2006/main">
            <a:srgbClr val="EA580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67200" cy="6858000"/>
          </a:xfrm>
          <a:prstGeom xmlns:a="http://schemas.openxmlformats.org/drawingml/2006/main" prst="rect"/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d7104954e9456e"/>
    <p:sldLayoutId xmlns:r="http://schemas.openxmlformats.org/officeDocument/2006/relationships" id="2147483650" r:id="R036ee095ad694225"/>
    <p:sldLayoutId xmlns:r="http://schemas.openxmlformats.org/officeDocument/2006/relationships" id="2147483651" r:id="Ra969bc63f4944391"/>
    <p:sldLayoutId xmlns:r="http://schemas.openxmlformats.org/officeDocument/2006/relationships" id="2147483652" r:id="R17d7aa199b45465f"/>
    <p:sldLayoutId xmlns:r="http://schemas.openxmlformats.org/officeDocument/2006/relationships" id="2147483653" r:id="Rd1e2d079fe8543ba"/>
    <p:sldLayoutId xmlns:r="http://schemas.openxmlformats.org/officeDocument/2006/relationships" id="2147483654" r:id="R79b00e1205154c89"/>
    <p:sldLayoutId xmlns:r="http://schemas.openxmlformats.org/officeDocument/2006/relationships" id="2147483655" r:id="Rd50eaa51be294cae"/>
    <p:sldLayoutId xmlns:r="http://schemas.openxmlformats.org/officeDocument/2006/relationships" id="2147483656" r:id="Ra759e0f4f1354e87"/>
  </p:sldLayoutIdLst>
</p:sldMaster>
</file>

<file path=ppt/slideMasters/theme/theme1.xml><?xml version="1.0" encoding="utf-8"?>
<a:theme xmlns:a="http://schemas.openxmlformats.org/drawingml/2006/main" name="Citrus Burst">
  <a:themeElements>
    <a:clrScheme name="Citrus Burst">
      <a:dk1>
        <a:srgbClr val="365314"/>
      </a:dk1>
      <a:lt1>
        <a:srgbClr val="F7FEE7"/>
      </a:lt1>
      <a:dk2>
        <a:srgbClr val="4D7C0F"/>
      </a:dk2>
      <a:lt2>
        <a:srgbClr val="ECFCCB"/>
      </a:lt2>
      <a:accent1>
        <a:srgbClr val="EA580C"/>
      </a:accent1>
      <a:accent2>
        <a:srgbClr val="84CC16"/>
      </a:accent2>
      <a:accent3>
        <a:srgbClr val="F97316"/>
      </a:accent3>
      <a:accent4>
        <a:srgbClr val="A3E635"/>
      </a:accent4>
      <a:accent5>
        <a:srgbClr val="BEF264"/>
      </a:accent5>
      <a:accent6>
        <a:srgbClr val="FB923C"/>
      </a:accent6>
      <a:hlink>
        <a:srgbClr val="EA580C"/>
      </a:hlink>
      <a:folHlink>
        <a:srgbClr val="4D7C0F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
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39ba1197414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8a91becd1d44c3"/>
  </p:sldMasterIdLst>
  <p:notesMasterIdLst>
    <p:notesMasterId xmlns:r="http://schemas.openxmlformats.org/officeDocument/2006/relationships" r:id="R479e7412a7404ff4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a91becd1d44c3" /><Relationship Type="http://schemas.openxmlformats.org/officeDocument/2006/relationships/notesMaster" Target="/ppt/notesMasters/notesMaster1.xml" Id="R479e7412a740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9e11e1cb61d4c3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b8c55b5234c73" /><Relationship Type="http://schemas.openxmlformats.org/officeDocument/2006/relationships/slideLayout" Target="/ppt/slideLayouts/slideLayout2.xml" Id="Rd849ad338e704e39" /><Relationship Type="http://schemas.openxmlformats.org/officeDocument/2006/relationships/slideLayout" Target="/ppt/slideLayouts/slideLayout3.xml" Id="R718bf0ae4c574b52" /><Relationship Type="http://schemas.openxmlformats.org/officeDocument/2006/relationships/slideLayout" Target="/ppt/slideLayouts/slideLayout4.xml" Id="Rbc05806c3d2145c9" /><Relationship Type="http://schemas.openxmlformats.org/officeDocument/2006/relationships/slideLayout" Target="/ppt/slideLayouts/slideLayout5.xml" Id="R01aa92ff7e044633" /><Relationship Type="http://schemas.openxmlformats.org/officeDocument/2006/relationships/slideLayout" Target="/ppt/slideLayouts/slideLayout6.xml" Id="R7057a49fe2d04b4e" /><Relationship Type="http://schemas.openxmlformats.org/officeDocument/2006/relationships/slideLayout" Target="/ppt/slideLayouts/slideLayout7.xml" Id="R2b9ca903021d4155" /><Relationship Type="http://schemas.openxmlformats.org/officeDocument/2006/relationships/slideLayout" Target="/ppt/slideLayouts/slideLayout8.xml" Id="Rd9b9437109594553" /><Relationship Type="http://schemas.openxmlformats.org/officeDocument/2006/relationships/theme" Target="/ppt/slideMasters/theme/theme1.xml" Id="R0f1d12e5f1924b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EF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C2410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b8c55b5234c73"/>
    <p:sldLayoutId xmlns:r="http://schemas.openxmlformats.org/officeDocument/2006/relationships" id="2147483650" r:id="Rd849ad338e704e39"/>
    <p:sldLayoutId xmlns:r="http://schemas.openxmlformats.org/officeDocument/2006/relationships" id="2147483651" r:id="R718bf0ae4c574b52"/>
    <p:sldLayoutId xmlns:r="http://schemas.openxmlformats.org/officeDocument/2006/relationships" id="2147483652" r:id="Rbc05806c3d2145c9"/>
    <p:sldLayoutId xmlns:r="http://schemas.openxmlformats.org/officeDocument/2006/relationships" id="2147483653" r:id="R01aa92ff7e044633"/>
    <p:sldLayoutId xmlns:r="http://schemas.openxmlformats.org/officeDocument/2006/relationships" id="2147483654" r:id="R7057a49fe2d04b4e"/>
    <p:sldLayoutId xmlns:r="http://schemas.openxmlformats.org/officeDocument/2006/relationships" id="2147483655" r:id="R2b9ca903021d4155"/>
    <p:sldLayoutId xmlns:r="http://schemas.openxmlformats.org/officeDocument/2006/relationships" id="2147483656" r:id="Rd9b9437109594553"/>
  </p:sldLayoutIdLst>
</p:sldMaster>
</file>

<file path=ppt/slideMasters/theme/theme1.xml><?xml version="1.0" encoding="utf-8"?>
<a:theme xmlns:a="http://schemas.openxmlformats.org/drawingml/2006/main" name="Pearl">
  <a:themeElements>
    <a:clrScheme name="Pearl">
      <a:dk1>
        <a:srgbClr val="1C1917"/>
      </a:dk1>
      <a:lt1>
        <a:srgbClr val="FFFBEB"/>
      </a:lt1>
      <a:dk2>
        <a:srgbClr val="57534E"/>
      </a:dk2>
      <a:lt2>
        <a:srgbClr val="FEF3C7"/>
      </a:lt2>
      <a:accent1>
        <a:srgbClr val="C2410C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C2410C"/>
      </a:hlink>
      <a:folHlink>
        <a:srgbClr val="57534E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
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5c65ee1442a41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b3f7209904b2e"/>
  </p:sldMasterIdLst>
  <p:notesMasterIdLst>
    <p:notesMasterId xmlns:r="http://schemas.openxmlformats.org/officeDocument/2006/relationships" r:id="Rcf8f2ffc2a1f4613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b3f7209904b2e" /><Relationship Type="http://schemas.openxmlformats.org/officeDocument/2006/relationships/notesMaster" Target="/ppt/notesMasters/notesMaster1.xml" Id="Rcf8f2ffc2a1f46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5eef0b7f1cdf46e7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80c02361546b1" /><Relationship Type="http://schemas.openxmlformats.org/officeDocument/2006/relationships/slideLayout" Target="/ppt/slideLayouts/slideLayout2.xml" Id="R4f5b42937ba84ef7" /><Relationship Type="http://schemas.openxmlformats.org/officeDocument/2006/relationships/slideLayout" Target="/ppt/slideLayouts/slideLayout3.xml" Id="Rb0f1ab0d24204e92" /><Relationship Type="http://schemas.openxmlformats.org/officeDocument/2006/relationships/slideLayout" Target="/ppt/slideLayouts/slideLayout4.xml" Id="R6f5f9bdfecfb449a" /><Relationship Type="http://schemas.openxmlformats.org/officeDocument/2006/relationships/slideLayout" Target="/ppt/slideLayouts/slideLayout5.xml" Id="R491de4ac83af49aa" /><Relationship Type="http://schemas.openxmlformats.org/officeDocument/2006/relationships/slideLayout" Target="/ppt/slideLayouts/slideLayout6.xml" Id="R56ec8baad9844c10" /><Relationship Type="http://schemas.openxmlformats.org/officeDocument/2006/relationships/slideLayout" Target="/ppt/slideLayouts/slideLayout7.xml" Id="Rb18ec613d4524e3e" /><Relationship Type="http://schemas.openxmlformats.org/officeDocument/2006/relationships/slideLayout" Target="/ppt/slideLayouts/slideLayout8.xml" Id="R4939fd85cfd346ff" /><Relationship Type="http://schemas.openxmlformats.org/officeDocument/2006/relationships/theme" Target="/ppt/slideMasters/theme/theme1.xml" Id="R83e1cdab4c3d48e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EF3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C2410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780c02361546b1"/>
    <p:sldLayoutId xmlns:r="http://schemas.openxmlformats.org/officeDocument/2006/relationships" id="2147483650" r:id="R4f5b42937ba84ef7"/>
    <p:sldLayoutId xmlns:r="http://schemas.openxmlformats.org/officeDocument/2006/relationships" id="2147483651" r:id="Rb0f1ab0d24204e92"/>
    <p:sldLayoutId xmlns:r="http://schemas.openxmlformats.org/officeDocument/2006/relationships" id="2147483652" r:id="R6f5f9bdfecfb449a"/>
    <p:sldLayoutId xmlns:r="http://schemas.openxmlformats.org/officeDocument/2006/relationships" id="2147483653" r:id="R491de4ac83af49aa"/>
    <p:sldLayoutId xmlns:r="http://schemas.openxmlformats.org/officeDocument/2006/relationships" id="2147483654" r:id="R56ec8baad9844c10"/>
    <p:sldLayoutId xmlns:r="http://schemas.openxmlformats.org/officeDocument/2006/relationships" id="2147483655" r:id="Rb18ec613d4524e3e"/>
    <p:sldLayoutId xmlns:r="http://schemas.openxmlformats.org/officeDocument/2006/relationships" id="2147483656" r:id="R4939fd85cfd346ff"/>
  </p:sldLayoutIdLst>
</p:sldMaster>
</file>

<file path=ppt/slideMasters/theme/theme1.xml><?xml version="1.0" encoding="utf-8"?>
<a:theme xmlns:a="http://schemas.openxmlformats.org/drawingml/2006/main" name="Pearl">
  <a:themeElements>
    <a:clrScheme name="Pearl">
      <a:dk1>
        <a:srgbClr val="1C1917"/>
      </a:dk1>
      <a:lt1>
        <a:srgbClr val="FFFBEB"/>
      </a:lt1>
      <a:dk2>
        <a:srgbClr val="57534E"/>
      </a:dk2>
      <a:lt2>
        <a:srgbClr val="FEF3C7"/>
      </a:lt2>
      <a:accent1>
        <a:srgbClr val="C2410C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C2410C"/>
      </a:hlink>
      <a:folHlink>
        <a:srgbClr val="57534E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
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e1ba47f2515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a8dae0df042b3"/>
  </p:sldMasterIdLst>
  <p:notesMasterIdLst>
    <p:notesMasterId xmlns:r="http://schemas.openxmlformats.org/officeDocument/2006/relationships" r:id="R981bd1a8064e4650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a8dae0df042b3" /><Relationship Type="http://schemas.openxmlformats.org/officeDocument/2006/relationships/notesMaster" Target="/ppt/notesMasters/notesMaster1.xml" Id="R981bd1a8064e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ef1ed6e2e364d12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aba8d40b845b7" /><Relationship Type="http://schemas.openxmlformats.org/officeDocument/2006/relationships/slideLayout" Target="/ppt/slideLayouts/slideLayout2.xml" Id="R0b68dbae87454cbc" /><Relationship Type="http://schemas.openxmlformats.org/officeDocument/2006/relationships/slideLayout" Target="/ppt/slideLayouts/slideLayout3.xml" Id="R88df923e77ca4b9b" /><Relationship Type="http://schemas.openxmlformats.org/officeDocument/2006/relationships/slideLayout" Target="/ppt/slideLayouts/slideLayout4.xml" Id="R3bf1feabee0e40c6" /><Relationship Type="http://schemas.openxmlformats.org/officeDocument/2006/relationships/slideLayout" Target="/ppt/slideLayouts/slideLayout5.xml" Id="Rd753a581ad37410a" /><Relationship Type="http://schemas.openxmlformats.org/officeDocument/2006/relationships/slideLayout" Target="/ppt/slideLayouts/slideLayout6.xml" Id="Rf977934c995c407e" /><Relationship Type="http://schemas.openxmlformats.org/officeDocument/2006/relationships/slideLayout" Target="/ppt/slideLayouts/slideLayout7.xml" Id="Rabf952f0b8024ff3" /><Relationship Type="http://schemas.openxmlformats.org/officeDocument/2006/relationships/slideLayout" Target="/ppt/slideLayouts/slideLayout8.xml" Id="Rdab69bc6be194505" /><Relationship Type="http://schemas.openxmlformats.org/officeDocument/2006/relationships/theme" Target="/ppt/slideMasters/theme/theme1.xml" Id="R380da178bc3641f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EFC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CA8A0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aba8d40b845b7"/>
    <p:sldLayoutId xmlns:r="http://schemas.openxmlformats.org/officeDocument/2006/relationships" id="2147483650" r:id="R0b68dbae87454cbc"/>
    <p:sldLayoutId xmlns:r="http://schemas.openxmlformats.org/officeDocument/2006/relationships" id="2147483651" r:id="R88df923e77ca4b9b"/>
    <p:sldLayoutId xmlns:r="http://schemas.openxmlformats.org/officeDocument/2006/relationships" id="2147483652" r:id="R3bf1feabee0e40c6"/>
    <p:sldLayoutId xmlns:r="http://schemas.openxmlformats.org/officeDocument/2006/relationships" id="2147483653" r:id="Rd753a581ad37410a"/>
    <p:sldLayoutId xmlns:r="http://schemas.openxmlformats.org/officeDocument/2006/relationships" id="2147483654" r:id="Rf977934c995c407e"/>
    <p:sldLayoutId xmlns:r="http://schemas.openxmlformats.org/officeDocument/2006/relationships" id="2147483655" r:id="Rabf952f0b8024ff3"/>
    <p:sldLayoutId xmlns:r="http://schemas.openxmlformats.org/officeDocument/2006/relationships" id="2147483656" r:id="Rdab69bc6be194505"/>
  </p:sldLayoutIdLst>
</p:sldMaster>
</file>

<file path=ppt/slideMasters/theme/theme1.xml><?xml version="1.0" encoding="utf-8"?>
<a:theme xmlns:a="http://schemas.openxmlformats.org/drawingml/2006/main" name="Clementa">
  <a:themeElements>
    <a:clrScheme name="Clementa">
      <a:dk1>
        <a:srgbClr val="1C1917"/>
      </a:dk1>
      <a:lt1>
        <a:srgbClr val="FFFBEB"/>
      </a:lt1>
      <a:dk2>
        <a:srgbClr val="44403C"/>
      </a:dk2>
      <a:lt2>
        <a:srgbClr val="FEFCE8"/>
      </a:lt2>
      <a:accent1>
        <a:srgbClr val="CA8A04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CA8A04"/>
      </a:hlink>
      <a:folHlink>
        <a:srgbClr val="44403C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
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2c4585d1400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dba588c94d415d"/>
  </p:sldMasterIdLst>
  <p:notesMasterIdLst>
    <p:notesMasterId xmlns:r="http://schemas.openxmlformats.org/officeDocument/2006/relationships" r:id="Rcd06e1324dd34c53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ba588c94d415d" /><Relationship Type="http://schemas.openxmlformats.org/officeDocument/2006/relationships/notesMaster" Target="/ppt/notesMasters/notesMaster1.xml" Id="Rcd06e1324dd3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1db9f8ca02042cc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1a187c94d4b67" /><Relationship Type="http://schemas.openxmlformats.org/officeDocument/2006/relationships/slideLayout" Target="/ppt/slideLayouts/slideLayout2.xml" Id="R923e084dca2b4906" /><Relationship Type="http://schemas.openxmlformats.org/officeDocument/2006/relationships/slideLayout" Target="/ppt/slideLayouts/slideLayout3.xml" Id="Rd9a1f166668d45f4" /><Relationship Type="http://schemas.openxmlformats.org/officeDocument/2006/relationships/slideLayout" Target="/ppt/slideLayouts/slideLayout4.xml" Id="R17afeb1742474236" /><Relationship Type="http://schemas.openxmlformats.org/officeDocument/2006/relationships/slideLayout" Target="/ppt/slideLayouts/slideLayout5.xml" Id="Re524c5e57d7a438a" /><Relationship Type="http://schemas.openxmlformats.org/officeDocument/2006/relationships/slideLayout" Target="/ppt/slideLayouts/slideLayout6.xml" Id="Rf544bdc927a24b85" /><Relationship Type="http://schemas.openxmlformats.org/officeDocument/2006/relationships/slideLayout" Target="/ppt/slideLayouts/slideLayout7.xml" Id="Rb97714f24dd54ef5" /><Relationship Type="http://schemas.openxmlformats.org/officeDocument/2006/relationships/slideLayout" Target="/ppt/slideLayouts/slideLayout8.xml" Id="R83afbe3c4e5d4267" /><Relationship Type="http://schemas.openxmlformats.org/officeDocument/2006/relationships/theme" Target="/ppt/slideMasters/theme/theme1.xml" Id="Rda56ddc46cea4ab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EFC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CA8A0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1a187c94d4b67"/>
    <p:sldLayoutId xmlns:r="http://schemas.openxmlformats.org/officeDocument/2006/relationships" id="2147483650" r:id="R923e084dca2b4906"/>
    <p:sldLayoutId xmlns:r="http://schemas.openxmlformats.org/officeDocument/2006/relationships" id="2147483651" r:id="Rd9a1f166668d45f4"/>
    <p:sldLayoutId xmlns:r="http://schemas.openxmlformats.org/officeDocument/2006/relationships" id="2147483652" r:id="R17afeb1742474236"/>
    <p:sldLayoutId xmlns:r="http://schemas.openxmlformats.org/officeDocument/2006/relationships" id="2147483653" r:id="Re524c5e57d7a438a"/>
    <p:sldLayoutId xmlns:r="http://schemas.openxmlformats.org/officeDocument/2006/relationships" id="2147483654" r:id="Rf544bdc927a24b85"/>
    <p:sldLayoutId xmlns:r="http://schemas.openxmlformats.org/officeDocument/2006/relationships" id="2147483655" r:id="Rb97714f24dd54ef5"/>
    <p:sldLayoutId xmlns:r="http://schemas.openxmlformats.org/officeDocument/2006/relationships" id="2147483656" r:id="R83afbe3c4e5d4267"/>
  </p:sldLayoutIdLst>
</p:sldMaster>
</file>

<file path=ppt/slideMasters/theme/theme1.xml><?xml version="1.0" encoding="utf-8"?>
<a:theme xmlns:a="http://schemas.openxmlformats.org/drawingml/2006/main" name="Clementa">
  <a:themeElements>
    <a:clrScheme name="Clementa">
      <a:dk1>
        <a:srgbClr val="1C1917"/>
      </a:dk1>
      <a:lt1>
        <a:srgbClr val="FFFBEB"/>
      </a:lt1>
      <a:dk2>
        <a:srgbClr val="44403C"/>
      </a:dk2>
      <a:lt2>
        <a:srgbClr val="FEFCE8"/>
      </a:lt2>
      <a:accent1>
        <a:srgbClr val="CA8A04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CA8A04"/>
      </a:hlink>
      <a:folHlink>
        <a:srgbClr val="44403C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
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039ec830e7f48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65e3d0ae58458e"/>
  </p:sldMasterIdLst>
  <p:notesMasterIdLst>
    <p:notesMasterId xmlns:r="http://schemas.openxmlformats.org/officeDocument/2006/relationships" r:id="Rb9299554648d4c0e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5e3d0ae58458e" /><Relationship Type="http://schemas.openxmlformats.org/officeDocument/2006/relationships/notesMaster" Target="/ppt/notesMasters/notesMaster1.xml" Id="Rb9299554648d4c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bbdb472edd954558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0119e9583486a" /><Relationship Type="http://schemas.openxmlformats.org/officeDocument/2006/relationships/slideLayout" Target="/ppt/slideLayouts/slideLayout2.xml" Id="Rc799beca3f394c97" /><Relationship Type="http://schemas.openxmlformats.org/officeDocument/2006/relationships/slideLayout" Target="/ppt/slideLayouts/slideLayout3.xml" Id="Rf2cf379374534325" /><Relationship Type="http://schemas.openxmlformats.org/officeDocument/2006/relationships/slideLayout" Target="/ppt/slideLayouts/slideLayout4.xml" Id="R553ee6fa5d2e4c20" /><Relationship Type="http://schemas.openxmlformats.org/officeDocument/2006/relationships/slideLayout" Target="/ppt/slideLayouts/slideLayout5.xml" Id="Ree1e03121d4f4b5e" /><Relationship Type="http://schemas.openxmlformats.org/officeDocument/2006/relationships/slideLayout" Target="/ppt/slideLayouts/slideLayout6.xml" Id="Rbcf19e558a8a41dd" /><Relationship Type="http://schemas.openxmlformats.org/officeDocument/2006/relationships/slideLayout" Target="/ppt/slideLayouts/slideLayout7.xml" Id="Rda0a88bd675945af" /><Relationship Type="http://schemas.openxmlformats.org/officeDocument/2006/relationships/slideLayout" Target="/ppt/slideLayouts/slideLayout8.xml" Id="R726d1485d0944ca6" /><Relationship Type="http://schemas.openxmlformats.org/officeDocument/2006/relationships/theme" Target="/ppt/slideMasters/theme/theme1.xml" Id="R02536dfd67cd407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AFA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50119e9583486a"/>
    <p:sldLayoutId xmlns:r="http://schemas.openxmlformats.org/officeDocument/2006/relationships" id="2147483650" r:id="Rc799beca3f394c97"/>
    <p:sldLayoutId xmlns:r="http://schemas.openxmlformats.org/officeDocument/2006/relationships" id="2147483651" r:id="Rf2cf379374534325"/>
    <p:sldLayoutId xmlns:r="http://schemas.openxmlformats.org/officeDocument/2006/relationships" id="2147483652" r:id="R553ee6fa5d2e4c20"/>
    <p:sldLayoutId xmlns:r="http://schemas.openxmlformats.org/officeDocument/2006/relationships" id="2147483653" r:id="Ree1e03121d4f4b5e"/>
    <p:sldLayoutId xmlns:r="http://schemas.openxmlformats.org/officeDocument/2006/relationships" id="2147483654" r:id="Rbcf19e558a8a41dd"/>
    <p:sldLayoutId xmlns:r="http://schemas.openxmlformats.org/officeDocument/2006/relationships" id="2147483655" r:id="Rda0a88bd675945af"/>
    <p:sldLayoutId xmlns:r="http://schemas.openxmlformats.org/officeDocument/2006/relationships" id="2147483656" r:id="R726d1485d0944ca6"/>
  </p:sldLayoutIdLst>
</p:sldMaster>
</file>

<file path=ppt/slideMasters/theme/theme1.xml><?xml version="1.0" encoding="utf-8"?>
<a:theme xmlns:a="http://schemas.openxmlformats.org/drawingml/2006/main" name="Howlite">
  <a:themeElements>
    <a:clrScheme name="Howlite">
      <a:dk1>
        <a:srgbClr val="0A0A0A"/>
      </a:dk1>
      <a:lt1>
        <a:srgbClr val="FFFFFF"/>
      </a:lt1>
      <a:dk2>
        <a:srgbClr val="404040"/>
      </a:dk2>
      <a:lt2>
        <a:srgbClr val="FAFAFA"/>
      </a:lt2>
      <a:accent1>
        <a:srgbClr val="171717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171717"/>
      </a:hlink>
      <a:folHlink>
        <a:srgbClr val="404040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
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149d25d9c394e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97afcdda2c4020"/>
  </p:sldMasterIdLst>
  <p:notesMasterIdLst>
    <p:notesMasterId xmlns:r="http://schemas.openxmlformats.org/officeDocument/2006/relationships" r:id="R9e7ffdffd474410f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97afcdda2c4020" /><Relationship Type="http://schemas.openxmlformats.org/officeDocument/2006/relationships/notesMaster" Target="/ppt/notesMasters/notesMaster1.xml" Id="R9e7ffdffd47441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853d808765ed4bc1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a9cc39c824359" /><Relationship Type="http://schemas.openxmlformats.org/officeDocument/2006/relationships/slideLayout" Target="/ppt/slideLayouts/slideLayout2.xml" Id="R4525718d1f8e4802" /><Relationship Type="http://schemas.openxmlformats.org/officeDocument/2006/relationships/slideLayout" Target="/ppt/slideLayouts/slideLayout3.xml" Id="R2f068739d0b54abb" /><Relationship Type="http://schemas.openxmlformats.org/officeDocument/2006/relationships/slideLayout" Target="/ppt/slideLayouts/slideLayout4.xml" Id="Rb66b4bcc26ef4e40" /><Relationship Type="http://schemas.openxmlformats.org/officeDocument/2006/relationships/slideLayout" Target="/ppt/slideLayouts/slideLayout5.xml" Id="R8e8418bada7e4bdc" /><Relationship Type="http://schemas.openxmlformats.org/officeDocument/2006/relationships/slideLayout" Target="/ppt/slideLayouts/slideLayout6.xml" Id="R85e0acb632334ae8" /><Relationship Type="http://schemas.openxmlformats.org/officeDocument/2006/relationships/slideLayout" Target="/ppt/slideLayouts/slideLayout7.xml" Id="Rba3ec7c6318c4878" /><Relationship Type="http://schemas.openxmlformats.org/officeDocument/2006/relationships/slideLayout" Target="/ppt/slideLayouts/slideLayout8.xml" Id="Rbac6fbcd75d94780" /><Relationship Type="http://schemas.openxmlformats.org/officeDocument/2006/relationships/theme" Target="/ppt/slideMasters/theme/theme1.xml" Id="Rfaccfa6ff6ea417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AFA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7a9cc39c824359"/>
    <p:sldLayoutId xmlns:r="http://schemas.openxmlformats.org/officeDocument/2006/relationships" id="2147483650" r:id="R4525718d1f8e4802"/>
    <p:sldLayoutId xmlns:r="http://schemas.openxmlformats.org/officeDocument/2006/relationships" id="2147483651" r:id="R2f068739d0b54abb"/>
    <p:sldLayoutId xmlns:r="http://schemas.openxmlformats.org/officeDocument/2006/relationships" id="2147483652" r:id="Rb66b4bcc26ef4e40"/>
    <p:sldLayoutId xmlns:r="http://schemas.openxmlformats.org/officeDocument/2006/relationships" id="2147483653" r:id="R8e8418bada7e4bdc"/>
    <p:sldLayoutId xmlns:r="http://schemas.openxmlformats.org/officeDocument/2006/relationships" id="2147483654" r:id="R85e0acb632334ae8"/>
    <p:sldLayoutId xmlns:r="http://schemas.openxmlformats.org/officeDocument/2006/relationships" id="2147483655" r:id="Rba3ec7c6318c4878"/>
    <p:sldLayoutId xmlns:r="http://schemas.openxmlformats.org/officeDocument/2006/relationships" id="2147483656" r:id="Rbac6fbcd75d94780"/>
  </p:sldLayoutIdLst>
</p:sldMaster>
</file>

<file path=ppt/slideMasters/theme/theme1.xml><?xml version="1.0" encoding="utf-8"?>
<a:theme xmlns:a="http://schemas.openxmlformats.org/drawingml/2006/main" name="Howlite">
  <a:themeElements>
    <a:clrScheme name="Howlite">
      <a:dk1>
        <a:srgbClr val="0A0A0A"/>
      </a:dk1>
      <a:lt1>
        <a:srgbClr val="FFFFFF"/>
      </a:lt1>
      <a:dk2>
        <a:srgbClr val="404040"/>
      </a:dk2>
      <a:lt2>
        <a:srgbClr val="FAFAFA"/>
      </a:lt2>
      <a:accent1>
        <a:srgbClr val="171717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171717"/>
      </a:hlink>
      <a:folHlink>
        <a:srgbClr val="404040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
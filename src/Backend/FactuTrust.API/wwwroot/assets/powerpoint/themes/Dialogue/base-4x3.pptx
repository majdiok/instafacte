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9dac07c3ce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b6827133a449e"/>
  </p:sldMasterIdLst>
  <p:notesMasterIdLst>
    <p:notesMasterId xmlns:r="http://schemas.openxmlformats.org/officeDocument/2006/relationships" r:id="Rdb36b48818544538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b6827133a449e" /><Relationship Type="http://schemas.openxmlformats.org/officeDocument/2006/relationships/notesMaster" Target="/ppt/notesMasters/notesMaster1.xml" Id="Rdb36b4881854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6b17214831c480b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7dcf5a1a84b0b" /><Relationship Type="http://schemas.openxmlformats.org/officeDocument/2006/relationships/slideLayout" Target="/ppt/slideLayouts/slideLayout2.xml" Id="R228c2bf2a8d440b7" /><Relationship Type="http://schemas.openxmlformats.org/officeDocument/2006/relationships/slideLayout" Target="/ppt/slideLayouts/slideLayout3.xml" Id="R3ec4f3ad67554bb8" /><Relationship Type="http://schemas.openxmlformats.org/officeDocument/2006/relationships/slideLayout" Target="/ppt/slideLayouts/slideLayout4.xml" Id="Reb6adc9d103e4d98" /><Relationship Type="http://schemas.openxmlformats.org/officeDocument/2006/relationships/slideLayout" Target="/ppt/slideLayouts/slideLayout5.xml" Id="Re76d6e3482fe4f1f" /><Relationship Type="http://schemas.openxmlformats.org/officeDocument/2006/relationships/slideLayout" Target="/ppt/slideLayouts/slideLayout6.xml" Id="Rcc7df47b98714dec" /><Relationship Type="http://schemas.openxmlformats.org/officeDocument/2006/relationships/slideLayout" Target="/ppt/slideLayouts/slideLayout7.xml" Id="Re7b63811779d4332" /><Relationship Type="http://schemas.openxmlformats.org/officeDocument/2006/relationships/slideLayout" Target="/ppt/slideLayouts/slideLayout8.xml" Id="R8025ba360011437f" /><Relationship Type="http://schemas.openxmlformats.org/officeDocument/2006/relationships/theme" Target="/ppt/slideMasters/theme/theme1.xml" Id="Rca010f646b724b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78716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7dcf5a1a84b0b"/>
    <p:sldLayoutId xmlns:r="http://schemas.openxmlformats.org/officeDocument/2006/relationships" id="2147483650" r:id="R228c2bf2a8d440b7"/>
    <p:sldLayoutId xmlns:r="http://schemas.openxmlformats.org/officeDocument/2006/relationships" id="2147483651" r:id="R3ec4f3ad67554bb8"/>
    <p:sldLayoutId xmlns:r="http://schemas.openxmlformats.org/officeDocument/2006/relationships" id="2147483652" r:id="Reb6adc9d103e4d98"/>
    <p:sldLayoutId xmlns:r="http://schemas.openxmlformats.org/officeDocument/2006/relationships" id="2147483653" r:id="Re76d6e3482fe4f1f"/>
    <p:sldLayoutId xmlns:r="http://schemas.openxmlformats.org/officeDocument/2006/relationships" id="2147483654" r:id="Rcc7df47b98714dec"/>
    <p:sldLayoutId xmlns:r="http://schemas.openxmlformats.org/officeDocument/2006/relationships" id="2147483655" r:id="Re7b63811779d4332"/>
    <p:sldLayoutId xmlns:r="http://schemas.openxmlformats.org/officeDocument/2006/relationships" id="2147483656" r:id="R8025ba360011437f"/>
  </p:sldLayoutIdLst>
</p:sldMaster>
</file>

<file path=ppt/slideMasters/theme/theme1.xml><?xml version="1.0" encoding="utf-8"?>
<a:theme xmlns:a="http://schemas.openxmlformats.org/drawingml/2006/main" name="Dialogue">
  <a:themeElements>
    <a:clrScheme name="Dialogue">
      <a:dk1>
        <a:srgbClr val="292524"/>
      </a:dk1>
      <a:lt1>
        <a:srgbClr val="FAFAF9"/>
      </a:lt1>
      <a:dk2>
        <a:srgbClr val="57534E"/>
      </a:dk2>
      <a:lt2>
        <a:srgbClr val="F5F5F4"/>
      </a:lt2>
      <a:accent1>
        <a:srgbClr val="78716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8716C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
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3b4306b322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d03f5804c4259"/>
  </p:sldMasterIdLst>
  <p:notesMasterIdLst>
    <p:notesMasterId xmlns:r="http://schemas.openxmlformats.org/officeDocument/2006/relationships" r:id="Rc3c5f42d949440ce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d03f5804c4259" /><Relationship Type="http://schemas.openxmlformats.org/officeDocument/2006/relationships/notesMaster" Target="/ppt/notesMasters/notesMaster1.xml" Id="Rc3c5f42d9494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f0f1b381c7b2434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858fc0c4a47dd" /><Relationship Type="http://schemas.openxmlformats.org/officeDocument/2006/relationships/slideLayout" Target="/ppt/slideLayouts/slideLayout2.xml" Id="R05e40b99fa0349a1" /><Relationship Type="http://schemas.openxmlformats.org/officeDocument/2006/relationships/slideLayout" Target="/ppt/slideLayouts/slideLayout3.xml" Id="R1e19c0f90f5748c7" /><Relationship Type="http://schemas.openxmlformats.org/officeDocument/2006/relationships/slideLayout" Target="/ppt/slideLayouts/slideLayout4.xml" Id="Rc7c2eb8cd3424c95" /><Relationship Type="http://schemas.openxmlformats.org/officeDocument/2006/relationships/slideLayout" Target="/ppt/slideLayouts/slideLayout5.xml" Id="R0a3b1dc0a9f943f7" /><Relationship Type="http://schemas.openxmlformats.org/officeDocument/2006/relationships/slideLayout" Target="/ppt/slideLayouts/slideLayout6.xml" Id="Rb254de287c7b4e31" /><Relationship Type="http://schemas.openxmlformats.org/officeDocument/2006/relationships/slideLayout" Target="/ppt/slideLayouts/slideLayout7.xml" Id="R06937fa26ace490f" /><Relationship Type="http://schemas.openxmlformats.org/officeDocument/2006/relationships/slideLayout" Target="/ppt/slideLayouts/slideLayout8.xml" Id="Rb4873a4f3012438e" /><Relationship Type="http://schemas.openxmlformats.org/officeDocument/2006/relationships/theme" Target="/ppt/slideMasters/theme/theme1.xml" Id="Rd7bb19af0a4148c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78716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5858fc0c4a47dd"/>
    <p:sldLayoutId xmlns:r="http://schemas.openxmlformats.org/officeDocument/2006/relationships" id="2147483650" r:id="R05e40b99fa0349a1"/>
    <p:sldLayoutId xmlns:r="http://schemas.openxmlformats.org/officeDocument/2006/relationships" id="2147483651" r:id="R1e19c0f90f5748c7"/>
    <p:sldLayoutId xmlns:r="http://schemas.openxmlformats.org/officeDocument/2006/relationships" id="2147483652" r:id="Rc7c2eb8cd3424c95"/>
    <p:sldLayoutId xmlns:r="http://schemas.openxmlformats.org/officeDocument/2006/relationships" id="2147483653" r:id="R0a3b1dc0a9f943f7"/>
    <p:sldLayoutId xmlns:r="http://schemas.openxmlformats.org/officeDocument/2006/relationships" id="2147483654" r:id="Rb254de287c7b4e31"/>
    <p:sldLayoutId xmlns:r="http://schemas.openxmlformats.org/officeDocument/2006/relationships" id="2147483655" r:id="R06937fa26ace490f"/>
    <p:sldLayoutId xmlns:r="http://schemas.openxmlformats.org/officeDocument/2006/relationships" id="2147483656" r:id="Rb4873a4f3012438e"/>
  </p:sldLayoutIdLst>
</p:sldMaster>
</file>

<file path=ppt/slideMasters/theme/theme1.xml><?xml version="1.0" encoding="utf-8"?>
<a:theme xmlns:a="http://schemas.openxmlformats.org/drawingml/2006/main" name="Dialogue">
  <a:themeElements>
    <a:clrScheme name="Dialogue">
      <a:dk1>
        <a:srgbClr val="292524"/>
      </a:dk1>
      <a:lt1>
        <a:srgbClr val="FAFAF9"/>
      </a:lt1>
      <a:dk2>
        <a:srgbClr val="57534E"/>
      </a:dk2>
      <a:lt2>
        <a:srgbClr val="F5F5F4"/>
      </a:lt2>
      <a:accent1>
        <a:srgbClr val="78716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8716C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
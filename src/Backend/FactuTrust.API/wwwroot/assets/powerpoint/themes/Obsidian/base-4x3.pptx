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4d5594af42842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88517769a84c08"/>
  </p:sldMasterIdLst>
  <p:notesMasterIdLst>
    <p:notesMasterId xmlns:r="http://schemas.openxmlformats.org/officeDocument/2006/relationships" r:id="R68c297a37b194751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8517769a84c08" /><Relationship Type="http://schemas.openxmlformats.org/officeDocument/2006/relationships/notesMaster" Target="/ppt/notesMasters/notesMaster1.xml" Id="R68c297a37b19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33d073e0c094eb6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3aaf60d2948e8" /><Relationship Type="http://schemas.openxmlformats.org/officeDocument/2006/relationships/slideLayout" Target="/ppt/slideLayouts/slideLayout2.xml" Id="Rc984ed6a8b624ea0" /><Relationship Type="http://schemas.openxmlformats.org/officeDocument/2006/relationships/slideLayout" Target="/ppt/slideLayouts/slideLayout3.xml" Id="Rb3070c404d694389" /><Relationship Type="http://schemas.openxmlformats.org/officeDocument/2006/relationships/slideLayout" Target="/ppt/slideLayouts/slideLayout4.xml" Id="R129a804586754dc0" /><Relationship Type="http://schemas.openxmlformats.org/officeDocument/2006/relationships/slideLayout" Target="/ppt/slideLayouts/slideLayout5.xml" Id="Rfe82cef1363847e2" /><Relationship Type="http://schemas.openxmlformats.org/officeDocument/2006/relationships/slideLayout" Target="/ppt/slideLayouts/slideLayout6.xml" Id="R69dee591758e42e1" /><Relationship Type="http://schemas.openxmlformats.org/officeDocument/2006/relationships/slideLayout" Target="/ppt/slideLayouts/slideLayout7.xml" Id="R8ca519a99e17496e" /><Relationship Type="http://schemas.openxmlformats.org/officeDocument/2006/relationships/slideLayout" Target="/ppt/slideLayouts/slideLayout8.xml" Id="Rbb36a44567a04915" /><Relationship Type="http://schemas.openxmlformats.org/officeDocument/2006/relationships/theme" Target="/ppt/slideMasters/theme/theme1.xml" Id="Rd7eca01ddcba47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9090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5760" cy="6858000"/>
          </a:xfrm>
          <a:prstGeom xmlns:a="http://schemas.openxmlformats.org/drawingml/2006/main" prst="rect"/>
          <a:solidFill xmlns:a="http://schemas.openxmlformats.org/drawingml/2006/main">
            <a:srgbClr val="E5E4E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57400"/>
            <a:ext cx="9144000" cy="9525"/>
          </a:xfrm>
          <a:prstGeom xmlns:a="http://schemas.openxmlformats.org/drawingml/2006/main" prst="rect"/>
          <a:solidFill xmlns:a="http://schemas.openxmlformats.org/drawingml/2006/main">
            <a:srgbClr val="D4D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5" name="MasterHorizontalRule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29300"/>
            <a:ext cx="9144000" cy="9525"/>
          </a:xfrm>
          <a:prstGeom xmlns:a="http://schemas.openxmlformats.org/drawingml/2006/main" prst="rect"/>
          <a:solidFill xmlns:a="http://schemas.openxmlformats.org/drawingml/2006/main">
            <a:srgbClr val="D4D4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3aaf60d2948e8"/>
    <p:sldLayoutId xmlns:r="http://schemas.openxmlformats.org/officeDocument/2006/relationships" id="2147483650" r:id="Rc984ed6a8b624ea0"/>
    <p:sldLayoutId xmlns:r="http://schemas.openxmlformats.org/officeDocument/2006/relationships" id="2147483651" r:id="Rb3070c404d694389"/>
    <p:sldLayoutId xmlns:r="http://schemas.openxmlformats.org/officeDocument/2006/relationships" id="2147483652" r:id="R129a804586754dc0"/>
    <p:sldLayoutId xmlns:r="http://schemas.openxmlformats.org/officeDocument/2006/relationships" id="2147483653" r:id="Rfe82cef1363847e2"/>
    <p:sldLayoutId xmlns:r="http://schemas.openxmlformats.org/officeDocument/2006/relationships" id="2147483654" r:id="R69dee591758e42e1"/>
    <p:sldLayoutId xmlns:r="http://schemas.openxmlformats.org/officeDocument/2006/relationships" id="2147483655" r:id="R8ca519a99e17496e"/>
    <p:sldLayoutId xmlns:r="http://schemas.openxmlformats.org/officeDocument/2006/relationships" id="2147483656" r:id="Rbb36a44567a04915"/>
  </p:sldLayoutIdLst>
</p:sldMaster>
</file>

<file path=ppt/slideMasters/theme/theme1.xml><?xml version="1.0" encoding="utf-8"?>
<a:theme xmlns:a="http://schemas.openxmlformats.org/drawingml/2006/main" name="Obsidian">
  <a:themeElements>
    <a:clrScheme name="Obsidian">
      <a:dk1>
        <a:srgbClr val="FAFAFA"/>
      </a:dk1>
      <a:lt1>
        <a:srgbClr val="09090B"/>
      </a:lt1>
      <a:dk2>
        <a:srgbClr val="D4D4D8"/>
      </a:dk2>
      <a:lt2>
        <a:srgbClr val="18181B"/>
      </a:lt2>
      <a:accent1>
        <a:srgbClr val="E5E4E2"/>
      </a:accent1>
      <a:accent2>
        <a:srgbClr val="D4AF37"/>
      </a:accent2>
      <a:accent3>
        <a:srgbClr val="A8A29E"/>
      </a:accent3>
      <a:accent4>
        <a:srgbClr val="78716C"/>
      </a:accent4>
      <a:accent5>
        <a:srgbClr val="57534E"/>
      </a:accent5>
      <a:accent6>
        <a:srgbClr val="44403C"/>
      </a:accent6>
      <a:hlink>
        <a:srgbClr val="E5E4E2"/>
      </a:hlink>
      <a:folHlink>
        <a:srgbClr val="D4D4D8"/>
      </a:folHlink>
    </a:clrScheme>
    <a:fontScheme name="Georgia">
      <a:majorFont>
        <a:latin typeface="Georgia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
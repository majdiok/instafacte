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abe9cd0758a47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32dcde8912482a"/>
  </p:sldMasterIdLst>
  <p:notesMasterIdLst>
    <p:notesMasterId xmlns:r="http://schemas.openxmlformats.org/officeDocument/2006/relationships" r:id="R677a2ed87cd84007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2dcde8912482a" /><Relationship Type="http://schemas.openxmlformats.org/officeDocument/2006/relationships/notesMaster" Target="/ppt/notesMasters/notesMaster1.xml" Id="R677a2ed87cd840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3e8ae1c058cd4983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71b108833441b" /><Relationship Type="http://schemas.openxmlformats.org/officeDocument/2006/relationships/slideLayout" Target="/ppt/slideLayouts/slideLayout2.xml" Id="R9cd0e27210c04dea" /><Relationship Type="http://schemas.openxmlformats.org/officeDocument/2006/relationships/slideLayout" Target="/ppt/slideLayouts/slideLayout3.xml" Id="Rdd570183a90940d7" /><Relationship Type="http://schemas.openxmlformats.org/officeDocument/2006/relationships/slideLayout" Target="/ppt/slideLayouts/slideLayout4.xml" Id="R912b847caea34f29" /><Relationship Type="http://schemas.openxmlformats.org/officeDocument/2006/relationships/slideLayout" Target="/ppt/slideLayouts/slideLayout5.xml" Id="R3e7ad844d9e04e2b" /><Relationship Type="http://schemas.openxmlformats.org/officeDocument/2006/relationships/slideLayout" Target="/ppt/slideLayouts/slideLayout6.xml" Id="R72a15de691ef4bd0" /><Relationship Type="http://schemas.openxmlformats.org/officeDocument/2006/relationships/slideLayout" Target="/ppt/slideLayouts/slideLayout7.xml" Id="Rbc4cb628c7464e16" /><Relationship Type="http://schemas.openxmlformats.org/officeDocument/2006/relationships/slideLayout" Target="/ppt/slideLayouts/slideLayout8.xml" Id="Re41ba67888aa47f5" /><Relationship Type="http://schemas.openxmlformats.org/officeDocument/2006/relationships/theme" Target="/ppt/slideMasters/theme/theme1.xml" Id="R3c3d889e166a41c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0909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7680" cy="6858000"/>
          </a:xfrm>
          <a:prstGeom xmlns:a="http://schemas.openxmlformats.org/drawingml/2006/main" prst="rect"/>
          <a:solidFill xmlns:a="http://schemas.openxmlformats.org/drawingml/2006/main">
            <a:srgbClr val="E5E4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Horizontal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2192000" cy="9525"/>
          </a:xfrm>
          <a:prstGeom xmlns:a="http://schemas.openxmlformats.org/drawingml/2006/main" prst="rect"/>
          <a:solidFill xmlns:a="http://schemas.openxmlformats.org/drawingml/2006/main">
            <a:srgbClr val="D4D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Horizontal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29300"/>
            <a:ext cx="12192000" cy="9525"/>
          </a:xfrm>
          <a:prstGeom xmlns:a="http://schemas.openxmlformats.org/drawingml/2006/main" prst="rect"/>
          <a:solidFill xmlns:a="http://schemas.openxmlformats.org/drawingml/2006/main">
            <a:srgbClr val="D4D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971b108833441b"/>
    <p:sldLayoutId xmlns:r="http://schemas.openxmlformats.org/officeDocument/2006/relationships" id="2147483650" r:id="R9cd0e27210c04dea"/>
    <p:sldLayoutId xmlns:r="http://schemas.openxmlformats.org/officeDocument/2006/relationships" id="2147483651" r:id="Rdd570183a90940d7"/>
    <p:sldLayoutId xmlns:r="http://schemas.openxmlformats.org/officeDocument/2006/relationships" id="2147483652" r:id="R912b847caea34f29"/>
    <p:sldLayoutId xmlns:r="http://schemas.openxmlformats.org/officeDocument/2006/relationships" id="2147483653" r:id="R3e7ad844d9e04e2b"/>
    <p:sldLayoutId xmlns:r="http://schemas.openxmlformats.org/officeDocument/2006/relationships" id="2147483654" r:id="R72a15de691ef4bd0"/>
    <p:sldLayoutId xmlns:r="http://schemas.openxmlformats.org/officeDocument/2006/relationships" id="2147483655" r:id="Rbc4cb628c7464e16"/>
    <p:sldLayoutId xmlns:r="http://schemas.openxmlformats.org/officeDocument/2006/relationships" id="2147483656" r:id="Re41ba67888aa47f5"/>
  </p:sldLayoutIdLst>
</p:sldMaster>
</file>

<file path=ppt/slideMasters/theme/theme1.xml><?xml version="1.0" encoding="utf-8"?>
<a:theme xmlns:a="http://schemas.openxmlformats.org/drawingml/2006/main" name="Obsidian">
  <a:themeElements>
    <a:clrScheme name="Obsidian">
      <a:dk1>
        <a:srgbClr val="FAFAFA"/>
      </a:dk1>
      <a:lt1>
        <a:srgbClr val="09090B"/>
      </a:lt1>
      <a:dk2>
        <a:srgbClr val="D4D4D8"/>
      </a:dk2>
      <a:lt2>
        <a:srgbClr val="18181B"/>
      </a:lt2>
      <a:accent1>
        <a:srgbClr val="E5E4E2"/>
      </a:accent1>
      <a:accent2>
        <a:srgbClr val="D4AF37"/>
      </a:accent2>
      <a:accent3>
        <a:srgbClr val="A8A29E"/>
      </a:accent3>
      <a:accent4>
        <a:srgbClr val="78716C"/>
      </a:accent4>
      <a:accent5>
        <a:srgbClr val="57534E"/>
      </a:accent5>
      <a:accent6>
        <a:srgbClr val="44403C"/>
      </a:accent6>
      <a:hlink>
        <a:srgbClr val="E5E4E2"/>
      </a:hlink>
      <a:folHlink>
        <a:srgbClr val="D4D4D8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
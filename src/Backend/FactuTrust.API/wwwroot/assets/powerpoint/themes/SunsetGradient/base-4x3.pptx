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63ef63153084c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3fa9b5d60043c8"/>
  </p:sldMasterIdLst>
  <p:notesMasterIdLst>
    <p:notesMasterId xmlns:r="http://schemas.openxmlformats.org/officeDocument/2006/relationships" r:id="R4cc6e110476940ba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fa9b5d60043c8" /><Relationship Type="http://schemas.openxmlformats.org/officeDocument/2006/relationships/notesMaster" Target="/ppt/notesMasters/notesMaster1.xml" Id="R4cc6e110476940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58b13edcdce948ca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0060247f2498d" /><Relationship Type="http://schemas.openxmlformats.org/officeDocument/2006/relationships/slideLayout" Target="/ppt/slideLayouts/slideLayout2.xml" Id="Rd416a834f37e4dd1" /><Relationship Type="http://schemas.openxmlformats.org/officeDocument/2006/relationships/slideLayout" Target="/ppt/slideLayouts/slideLayout3.xml" Id="R1ce5ae738b4243c2" /><Relationship Type="http://schemas.openxmlformats.org/officeDocument/2006/relationships/slideLayout" Target="/ppt/slideLayouts/slideLayout4.xml" Id="R57edc115990241f0" /><Relationship Type="http://schemas.openxmlformats.org/officeDocument/2006/relationships/slideLayout" Target="/ppt/slideLayouts/slideLayout5.xml" Id="Rd6d57875adfe452f" /><Relationship Type="http://schemas.openxmlformats.org/officeDocument/2006/relationships/slideLayout" Target="/ppt/slideLayouts/slideLayout6.xml" Id="R45afcf3b5a8a4d35" /><Relationship Type="http://schemas.openxmlformats.org/officeDocument/2006/relationships/slideLayout" Target="/ppt/slideLayouts/slideLayout7.xml" Id="Rd5703fa853324c68" /><Relationship Type="http://schemas.openxmlformats.org/officeDocument/2006/relationships/slideLayout" Target="/ppt/slideLayouts/slideLayout8.xml" Id="R1155ed659b084eb6" /><Relationship Type="http://schemas.openxmlformats.org/officeDocument/2006/relationships/theme" Target="/ppt/slideMasters/theme/theme1.xml" Id="R88b02338e5a24e6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CE4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GradientStrip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2743200"/>
          </a:xfrm>
          <a:prstGeom xmlns:a="http://schemas.openxmlformats.org/drawingml/2006/main" prst="rect"/>
          <a:solidFill xmlns:a="http://schemas.openxmlformats.org/drawingml/2006/main">
            <a:srgbClr val="FF6E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GradientStrip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9144000" cy="2743200"/>
          </a:xfrm>
          <a:prstGeom xmlns:a="http://schemas.openxmlformats.org/drawingml/2006/main" prst="rect"/>
          <a:solidFill xmlns:a="http://schemas.openxmlformats.org/drawingml/2006/main">
            <a:srgbClr val="FFE0B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19900"/>
            <a:ext cx="9144000" cy="38100"/>
          </a:xfrm>
          <a:prstGeom xmlns:a="http://schemas.openxmlformats.org/drawingml/2006/main" prst="rect"/>
          <a:solidFill xmlns:a="http://schemas.openxmlformats.org/drawingml/2006/main">
            <a:srgbClr val="FF6E4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b0060247f2498d"/>
    <p:sldLayoutId xmlns:r="http://schemas.openxmlformats.org/officeDocument/2006/relationships" id="2147483650" r:id="Rd416a834f37e4dd1"/>
    <p:sldLayoutId xmlns:r="http://schemas.openxmlformats.org/officeDocument/2006/relationships" id="2147483651" r:id="R1ce5ae738b4243c2"/>
    <p:sldLayoutId xmlns:r="http://schemas.openxmlformats.org/officeDocument/2006/relationships" id="2147483652" r:id="R57edc115990241f0"/>
    <p:sldLayoutId xmlns:r="http://schemas.openxmlformats.org/officeDocument/2006/relationships" id="2147483653" r:id="Rd6d57875adfe452f"/>
    <p:sldLayoutId xmlns:r="http://schemas.openxmlformats.org/officeDocument/2006/relationships" id="2147483654" r:id="R45afcf3b5a8a4d35"/>
    <p:sldLayoutId xmlns:r="http://schemas.openxmlformats.org/officeDocument/2006/relationships" id="2147483655" r:id="Rd5703fa853324c68"/>
    <p:sldLayoutId xmlns:r="http://schemas.openxmlformats.org/officeDocument/2006/relationships" id="2147483656" r:id="R1155ed659b084eb6"/>
  </p:sldLayoutIdLst>
</p:sldMaster>
</file>

<file path=ppt/slideMasters/theme/theme1.xml><?xml version="1.0" encoding="utf-8"?>
<a:theme xmlns:a="http://schemas.openxmlformats.org/drawingml/2006/main" name="Sunset Gradient">
  <a:themeElements>
    <a:clrScheme name="Sunset Gradient">
      <a:dk1>
        <a:srgbClr val="4A148C"/>
      </a:dk1>
      <a:lt1>
        <a:srgbClr val="FFFBFE"/>
      </a:lt1>
      <a:dk2>
        <a:srgbClr val="7B1FA2"/>
      </a:dk2>
      <a:lt2>
        <a:srgbClr val="FCE4EC"/>
      </a:lt2>
      <a:accent1>
        <a:srgbClr val="FF6E40"/>
      </a:accent1>
      <a:accent2>
        <a:srgbClr val="E91E63"/>
      </a:accent2>
      <a:accent3>
        <a:srgbClr val="7B1FA2"/>
      </a:accent3>
      <a:accent4>
        <a:srgbClr val="512DA8"/>
      </a:accent4>
      <a:accent5>
        <a:srgbClr val="FFD600"/>
      </a:accent5>
      <a:accent6>
        <a:srgbClr val="00BCD4"/>
      </a:accent6>
      <a:hlink>
        <a:srgbClr val="FF6E40"/>
      </a:hlink>
      <a:folHlink>
        <a:srgbClr val="7B1FA2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
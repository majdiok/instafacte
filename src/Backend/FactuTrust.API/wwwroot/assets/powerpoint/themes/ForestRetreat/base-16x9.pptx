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c58495f27ea41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3b33160403448c"/>
  </p:sldMasterIdLst>
  <p:notesMasterIdLst>
    <p:notesMasterId xmlns:r="http://schemas.openxmlformats.org/officeDocument/2006/relationships" r:id="R8559435442da425c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b33160403448c" /><Relationship Type="http://schemas.openxmlformats.org/officeDocument/2006/relationships/notesMaster" Target="/ppt/notesMasters/notesMaster1.xml" Id="R8559435442da42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15a66c720b9434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804bb580a4e50" /><Relationship Type="http://schemas.openxmlformats.org/officeDocument/2006/relationships/slideLayout" Target="/ppt/slideLayouts/slideLayout2.xml" Id="R59c6d1b46bbc43ff" /><Relationship Type="http://schemas.openxmlformats.org/officeDocument/2006/relationships/slideLayout" Target="/ppt/slideLayouts/slideLayout3.xml" Id="Ra0ee51ebf0f34599" /><Relationship Type="http://schemas.openxmlformats.org/officeDocument/2006/relationships/slideLayout" Target="/ppt/slideLayouts/slideLayout4.xml" Id="R53230fc4a88c4e55" /><Relationship Type="http://schemas.openxmlformats.org/officeDocument/2006/relationships/slideLayout" Target="/ppt/slideLayouts/slideLayout5.xml" Id="Rd0cbe5a818424ed2" /><Relationship Type="http://schemas.openxmlformats.org/officeDocument/2006/relationships/slideLayout" Target="/ppt/slideLayouts/slideLayout6.xml" Id="R83b0de7e2f274fcd" /><Relationship Type="http://schemas.openxmlformats.org/officeDocument/2006/relationships/slideLayout" Target="/ppt/slideLayouts/slideLayout7.xml" Id="R345f10a357304f32" /><Relationship Type="http://schemas.openxmlformats.org/officeDocument/2006/relationships/slideLayout" Target="/ppt/slideLayouts/slideLayout8.xml" Id="Re16c6f90ce3f4f18" /><Relationship Type="http://schemas.openxmlformats.org/officeDocument/2006/relationships/theme" Target="/ppt/slideMasters/theme/theme1.xml" Id="Rce702fb33280431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9EDC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GradientStrip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743200"/>
          </a:xfrm>
          <a:prstGeom xmlns:a="http://schemas.openxmlformats.org/drawingml/2006/main" prst="rect"/>
          <a:solidFill xmlns:a="http://schemas.openxmlformats.org/drawingml/2006/main">
            <a:srgbClr val="D4A3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GradientStrip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2743200"/>
          </a:xfrm>
          <a:prstGeom xmlns:a="http://schemas.openxmlformats.org/drawingml/2006/main" prst="rect"/>
          <a:solidFill xmlns:a="http://schemas.openxmlformats.org/drawingml/2006/main">
            <a:srgbClr val="FEFA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9900"/>
            <a:ext cx="12192000" cy="38100"/>
          </a:xfrm>
          <a:prstGeom xmlns:a="http://schemas.openxmlformats.org/drawingml/2006/main" prst="rect"/>
          <a:solidFill xmlns:a="http://schemas.openxmlformats.org/drawingml/2006/main">
            <a:srgbClr val="D4A3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3804bb580a4e50"/>
    <p:sldLayoutId xmlns:r="http://schemas.openxmlformats.org/officeDocument/2006/relationships" id="2147483650" r:id="R59c6d1b46bbc43ff"/>
    <p:sldLayoutId xmlns:r="http://schemas.openxmlformats.org/officeDocument/2006/relationships" id="2147483651" r:id="Ra0ee51ebf0f34599"/>
    <p:sldLayoutId xmlns:r="http://schemas.openxmlformats.org/officeDocument/2006/relationships" id="2147483652" r:id="R53230fc4a88c4e55"/>
    <p:sldLayoutId xmlns:r="http://schemas.openxmlformats.org/officeDocument/2006/relationships" id="2147483653" r:id="Rd0cbe5a818424ed2"/>
    <p:sldLayoutId xmlns:r="http://schemas.openxmlformats.org/officeDocument/2006/relationships" id="2147483654" r:id="R83b0de7e2f274fcd"/>
    <p:sldLayoutId xmlns:r="http://schemas.openxmlformats.org/officeDocument/2006/relationships" id="2147483655" r:id="R345f10a357304f32"/>
    <p:sldLayoutId xmlns:r="http://schemas.openxmlformats.org/officeDocument/2006/relationships" id="2147483656" r:id="Re16c6f90ce3f4f18"/>
  </p:sldLayoutIdLst>
</p:sldMaster>
</file>

<file path=ppt/slideMasters/theme/theme1.xml><?xml version="1.0" encoding="utf-8"?>
<a:theme xmlns:a="http://schemas.openxmlformats.org/drawingml/2006/main" name="Forest Retreat">
  <a:themeElements>
    <a:clrScheme name="Forest Retreat">
      <a:dk1>
        <a:srgbClr val="1B4332"/>
      </a:dk1>
      <a:lt1>
        <a:srgbClr val="FAEDCD"/>
      </a:lt1>
      <a:dk2>
        <a:srgbClr val="2D6A4F"/>
      </a:dk2>
      <a:lt2>
        <a:srgbClr val="E9EDC9"/>
      </a:lt2>
      <a:accent1>
        <a:srgbClr val="D4A373"/>
      </a:accent1>
      <a:accent2>
        <a:srgbClr val="2D6A4F"/>
      </a:accent2>
      <a:accent3>
        <a:srgbClr val="BC6C25"/>
      </a:accent3>
      <a:accent4>
        <a:srgbClr val="606C38"/>
      </a:accent4>
      <a:accent5>
        <a:srgbClr val="283618"/>
      </a:accent5>
      <a:accent6>
        <a:srgbClr val="9C6644"/>
      </a:accent6>
      <a:hlink>
        <a:srgbClr val="D4A373"/>
      </a:hlink>
      <a:folHlink>
        <a:srgbClr val="2D6A4F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
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2f043d3e5b44b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f3ac1b02d47be"/>
  </p:sldMasterIdLst>
  <p:notesMasterIdLst>
    <p:notesMasterId xmlns:r="http://schemas.openxmlformats.org/officeDocument/2006/relationships" r:id="Rc68542c09ff9414e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f3ac1b02d47be" /><Relationship Type="http://schemas.openxmlformats.org/officeDocument/2006/relationships/notesMaster" Target="/ppt/notesMasters/notesMaster1.xml" Id="Rc68542c09ff9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5a32763d6f44e92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b23f3650d4af3" /><Relationship Type="http://schemas.openxmlformats.org/officeDocument/2006/relationships/slideLayout" Target="/ppt/slideLayouts/slideLayout2.xml" Id="R0d66129eebe341ed" /><Relationship Type="http://schemas.openxmlformats.org/officeDocument/2006/relationships/slideLayout" Target="/ppt/slideLayouts/slideLayout3.xml" Id="Rb48c532a8fa9450e" /><Relationship Type="http://schemas.openxmlformats.org/officeDocument/2006/relationships/slideLayout" Target="/ppt/slideLayouts/slideLayout4.xml" Id="Rbf842eae497b4c03" /><Relationship Type="http://schemas.openxmlformats.org/officeDocument/2006/relationships/slideLayout" Target="/ppt/slideLayouts/slideLayout5.xml" Id="Rd1b5032393fb46e7" /><Relationship Type="http://schemas.openxmlformats.org/officeDocument/2006/relationships/slideLayout" Target="/ppt/slideLayouts/slideLayout6.xml" Id="R95134d9140d14de8" /><Relationship Type="http://schemas.openxmlformats.org/officeDocument/2006/relationships/slideLayout" Target="/ppt/slideLayouts/slideLayout7.xml" Id="R49fb310857e24947" /><Relationship Type="http://schemas.openxmlformats.org/officeDocument/2006/relationships/slideLayout" Target="/ppt/slideLayouts/slideLayout8.xml" Id="Rce85bab0758f4655" /><Relationship Type="http://schemas.openxmlformats.org/officeDocument/2006/relationships/theme" Target="/ppt/slideMasters/theme/theme1.xml" Id="R55c6d3c0759c4a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9ED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2743200"/>
          </a:xfrm>
          <a:prstGeom xmlns:a="http://schemas.openxmlformats.org/drawingml/2006/main" prst="rect"/>
          <a:solidFill xmlns:a="http://schemas.openxmlformats.org/drawingml/2006/main">
            <a:srgbClr val="D4A3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9144000" cy="2743200"/>
          </a:xfrm>
          <a:prstGeom xmlns:a="http://schemas.openxmlformats.org/drawingml/2006/main" prst="rect"/>
          <a:solidFill xmlns:a="http://schemas.openxmlformats.org/drawingml/2006/main">
            <a:srgbClr val="FEFA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9144000" cy="38100"/>
          </a:xfrm>
          <a:prstGeom xmlns:a="http://schemas.openxmlformats.org/drawingml/2006/main" prst="rect"/>
          <a:solidFill xmlns:a="http://schemas.openxmlformats.org/drawingml/2006/main">
            <a:srgbClr val="D4A3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b23f3650d4af3"/>
    <p:sldLayoutId xmlns:r="http://schemas.openxmlformats.org/officeDocument/2006/relationships" id="2147483650" r:id="R0d66129eebe341ed"/>
    <p:sldLayoutId xmlns:r="http://schemas.openxmlformats.org/officeDocument/2006/relationships" id="2147483651" r:id="Rb48c532a8fa9450e"/>
    <p:sldLayoutId xmlns:r="http://schemas.openxmlformats.org/officeDocument/2006/relationships" id="2147483652" r:id="Rbf842eae497b4c03"/>
    <p:sldLayoutId xmlns:r="http://schemas.openxmlformats.org/officeDocument/2006/relationships" id="2147483653" r:id="Rd1b5032393fb46e7"/>
    <p:sldLayoutId xmlns:r="http://schemas.openxmlformats.org/officeDocument/2006/relationships" id="2147483654" r:id="R95134d9140d14de8"/>
    <p:sldLayoutId xmlns:r="http://schemas.openxmlformats.org/officeDocument/2006/relationships" id="2147483655" r:id="R49fb310857e24947"/>
    <p:sldLayoutId xmlns:r="http://schemas.openxmlformats.org/officeDocument/2006/relationships" id="2147483656" r:id="Rce85bab0758f4655"/>
  </p:sldLayoutIdLst>
</p:sldMaster>
</file>

<file path=ppt/slideMasters/theme/theme1.xml><?xml version="1.0" encoding="utf-8"?>
<a:theme xmlns:a="http://schemas.openxmlformats.org/drawingml/2006/main" name="Forest Retreat">
  <a:themeElements>
    <a:clrScheme name="Forest Retreat">
      <a:dk1>
        <a:srgbClr val="1B4332"/>
      </a:dk1>
      <a:lt1>
        <a:srgbClr val="FAEDCD"/>
      </a:lt1>
      <a:dk2>
        <a:srgbClr val="2D6A4F"/>
      </a:dk2>
      <a:lt2>
        <a:srgbClr val="E9EDC9"/>
      </a:lt2>
      <a:accent1>
        <a:srgbClr val="D4A373"/>
      </a:accent1>
      <a:accent2>
        <a:srgbClr val="2D6A4F"/>
      </a:accent2>
      <a:accent3>
        <a:srgbClr val="BC6C25"/>
      </a:accent3>
      <a:accent4>
        <a:srgbClr val="606C38"/>
      </a:accent4>
      <a:accent5>
        <a:srgbClr val="283618"/>
      </a:accent5>
      <a:accent6>
        <a:srgbClr val="9C6644"/>
      </a:accent6>
      <a:hlink>
        <a:srgbClr val="D4A373"/>
      </a:hlink>
      <a:folHlink>
        <a:srgbClr val="2D6A4F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
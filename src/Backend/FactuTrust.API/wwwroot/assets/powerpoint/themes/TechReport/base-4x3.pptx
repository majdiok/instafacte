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3e5801b320b48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e6a5cffa764c31"/>
  </p:sldMasterIdLst>
  <p:notesMasterIdLst>
    <p:notesMasterId xmlns:r="http://schemas.openxmlformats.org/officeDocument/2006/relationships" r:id="R4139764c9f64442e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6a5cffa764c31" /><Relationship Type="http://schemas.openxmlformats.org/officeDocument/2006/relationships/notesMaster" Target="/ppt/notesMasters/notesMaster1.xml" Id="R4139764c9f6444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fde5cb2a1ed4278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310349d7042c9" /><Relationship Type="http://schemas.openxmlformats.org/officeDocument/2006/relationships/slideLayout" Target="/ppt/slideLayouts/slideLayout2.xml" Id="R3fc066f0986b4fda" /><Relationship Type="http://schemas.openxmlformats.org/officeDocument/2006/relationships/slideLayout" Target="/ppt/slideLayouts/slideLayout3.xml" Id="R573f492bc56845c5" /><Relationship Type="http://schemas.openxmlformats.org/officeDocument/2006/relationships/slideLayout" Target="/ppt/slideLayouts/slideLayout4.xml" Id="R1ab9cb7760b54b56" /><Relationship Type="http://schemas.openxmlformats.org/officeDocument/2006/relationships/slideLayout" Target="/ppt/slideLayouts/slideLayout5.xml" Id="R09c7de94de3d48ef" /><Relationship Type="http://schemas.openxmlformats.org/officeDocument/2006/relationships/slideLayout" Target="/ppt/slideLayouts/slideLayout6.xml" Id="R6abfe36c9ffc4e8b" /><Relationship Type="http://schemas.openxmlformats.org/officeDocument/2006/relationships/slideLayout" Target="/ppt/slideLayouts/slideLayout7.xml" Id="R02e238a90edb42bb" /><Relationship Type="http://schemas.openxmlformats.org/officeDocument/2006/relationships/slideLayout" Target="/ppt/slideLayouts/slideLayout8.xml" Id="Rd6a1ab66453a41d6" /><Relationship Type="http://schemas.openxmlformats.org/officeDocument/2006/relationships/theme" Target="/ppt/slideMasters/theme/theme1.xml" Id="Rf5f283787bcb498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0F2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0"/>
          </a:xfrm>
          <a:prstGeom xmlns:a="http://schemas.openxmlformats.org/drawingml/2006/main" prst="rect"/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/>
          <a:solidFill xmlns:a="http://schemas.openxmlformats.org/drawingml/2006/main">
            <a:srgbClr val="E0F2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310349d7042c9"/>
    <p:sldLayoutId xmlns:r="http://schemas.openxmlformats.org/officeDocument/2006/relationships" id="2147483650" r:id="R3fc066f0986b4fda"/>
    <p:sldLayoutId xmlns:r="http://schemas.openxmlformats.org/officeDocument/2006/relationships" id="2147483651" r:id="R573f492bc56845c5"/>
    <p:sldLayoutId xmlns:r="http://schemas.openxmlformats.org/officeDocument/2006/relationships" id="2147483652" r:id="R1ab9cb7760b54b56"/>
    <p:sldLayoutId xmlns:r="http://schemas.openxmlformats.org/officeDocument/2006/relationships" id="2147483653" r:id="R09c7de94de3d48ef"/>
    <p:sldLayoutId xmlns:r="http://schemas.openxmlformats.org/officeDocument/2006/relationships" id="2147483654" r:id="R6abfe36c9ffc4e8b"/>
    <p:sldLayoutId xmlns:r="http://schemas.openxmlformats.org/officeDocument/2006/relationships" id="2147483655" r:id="R02e238a90edb42bb"/>
    <p:sldLayoutId xmlns:r="http://schemas.openxmlformats.org/officeDocument/2006/relationships" id="2147483656" r:id="Rd6a1ab66453a41d6"/>
  </p:sldLayoutIdLst>
</p:sldMaster>
</file>

<file path=ppt/slideMasters/theme/theme1.xml><?xml version="1.0" encoding="utf-8"?>
<a:theme xmlns:a="http://schemas.openxmlformats.org/drawingml/2006/main" name="Technology Report">
  <a:themeElements>
    <a:clrScheme name="Technology Report">
      <a:dk1>
        <a:srgbClr val="0C4A6E"/>
      </a:dk1>
      <a:lt1>
        <a:srgbClr val="F0F9FF"/>
      </a:lt1>
      <a:dk2>
        <a:srgbClr val="0369A1"/>
      </a:dk2>
      <a:lt2>
        <a:srgbClr val="E0F2FE"/>
      </a:lt2>
      <a:accent1>
        <a:srgbClr val="0EA5E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0EA5E9"/>
      </a:hlink>
      <a:folHlink>
        <a:srgbClr val="0369A1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
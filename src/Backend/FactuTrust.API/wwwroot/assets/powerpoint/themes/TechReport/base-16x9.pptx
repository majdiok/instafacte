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1f5473534eb4f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ea8ef94104aed"/>
  </p:sldMasterIdLst>
  <p:notesMasterIdLst>
    <p:notesMasterId xmlns:r="http://schemas.openxmlformats.org/officeDocument/2006/relationships" r:id="R05eba91ba7ba4ef2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ea8ef94104aed" /><Relationship Type="http://schemas.openxmlformats.org/officeDocument/2006/relationships/notesMaster" Target="/ppt/notesMasters/notesMaster1.xml" Id="R05eba91ba7ba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747c87a21b94384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72d320bb54509" /><Relationship Type="http://schemas.openxmlformats.org/officeDocument/2006/relationships/slideLayout" Target="/ppt/slideLayouts/slideLayout2.xml" Id="R544d85ac2f7b4abf" /><Relationship Type="http://schemas.openxmlformats.org/officeDocument/2006/relationships/slideLayout" Target="/ppt/slideLayouts/slideLayout3.xml" Id="R90dd77a2234b4bec" /><Relationship Type="http://schemas.openxmlformats.org/officeDocument/2006/relationships/slideLayout" Target="/ppt/slideLayouts/slideLayout4.xml" Id="Rbd6ed6e1bd634fc3" /><Relationship Type="http://schemas.openxmlformats.org/officeDocument/2006/relationships/slideLayout" Target="/ppt/slideLayouts/slideLayout5.xml" Id="Rd73735b463cc4e64" /><Relationship Type="http://schemas.openxmlformats.org/officeDocument/2006/relationships/slideLayout" Target="/ppt/slideLayouts/slideLayout6.xml" Id="Rce87d514a0f945dd" /><Relationship Type="http://schemas.openxmlformats.org/officeDocument/2006/relationships/slideLayout" Target="/ppt/slideLayouts/slideLayout7.xml" Id="R6af8d4ae18c14ccc" /><Relationship Type="http://schemas.openxmlformats.org/officeDocument/2006/relationships/slideLayout" Target="/ppt/slideLayouts/slideLayout8.xml" Id="Rc53d2cf86b5941eb" /><Relationship Type="http://schemas.openxmlformats.org/officeDocument/2006/relationships/theme" Target="/ppt/slideMasters/theme/theme1.xml" Id="R8fa0909ce55f494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0F2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/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67200" cy="6858000"/>
          </a:xfrm>
          <a:prstGeom xmlns:a="http://schemas.openxmlformats.org/drawingml/2006/main" prst="rect"/>
          <a:solidFill xmlns:a="http://schemas.openxmlformats.org/drawingml/2006/main">
            <a:srgbClr val="E0F2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472d320bb54509"/>
    <p:sldLayoutId xmlns:r="http://schemas.openxmlformats.org/officeDocument/2006/relationships" id="2147483650" r:id="R544d85ac2f7b4abf"/>
    <p:sldLayoutId xmlns:r="http://schemas.openxmlformats.org/officeDocument/2006/relationships" id="2147483651" r:id="R90dd77a2234b4bec"/>
    <p:sldLayoutId xmlns:r="http://schemas.openxmlformats.org/officeDocument/2006/relationships" id="2147483652" r:id="Rbd6ed6e1bd634fc3"/>
    <p:sldLayoutId xmlns:r="http://schemas.openxmlformats.org/officeDocument/2006/relationships" id="2147483653" r:id="Rd73735b463cc4e64"/>
    <p:sldLayoutId xmlns:r="http://schemas.openxmlformats.org/officeDocument/2006/relationships" id="2147483654" r:id="Rce87d514a0f945dd"/>
    <p:sldLayoutId xmlns:r="http://schemas.openxmlformats.org/officeDocument/2006/relationships" id="2147483655" r:id="R6af8d4ae18c14ccc"/>
    <p:sldLayoutId xmlns:r="http://schemas.openxmlformats.org/officeDocument/2006/relationships" id="2147483656" r:id="Rc53d2cf86b5941eb"/>
  </p:sldLayoutIdLst>
</p:sldMaster>
</file>

<file path=ppt/slideMasters/theme/theme1.xml><?xml version="1.0" encoding="utf-8"?>
<a:theme xmlns:a="http://schemas.openxmlformats.org/drawingml/2006/main" name="Technology Report">
  <a:themeElements>
    <a:clrScheme name="Technology Report">
      <a:dk1>
        <a:srgbClr val="0C4A6E"/>
      </a:dk1>
      <a:lt1>
        <a:srgbClr val="F0F9FF"/>
      </a:lt1>
      <a:dk2>
        <a:srgbClr val="0369A1"/>
      </a:dk2>
      <a:lt2>
        <a:srgbClr val="E0F2FE"/>
      </a:lt2>
      <a:accent1>
        <a:srgbClr val="0EA5E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EA5E9"/>
      </a:hlink>
      <a:folHlink>
        <a:srgbClr val="0369A1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
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07bcfb068f543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6f1cd972c342ba"/>
  </p:sldMasterIdLst>
  <p:notesMasterIdLst>
    <p:notesMasterId xmlns:r="http://schemas.openxmlformats.org/officeDocument/2006/relationships" r:id="R7059045402904a6a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f1cd972c342ba" /><Relationship Type="http://schemas.openxmlformats.org/officeDocument/2006/relationships/notesMaster" Target="/ppt/notesMasters/notesMaster1.xml" Id="R705904540290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166f86373cd4adc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566f9b8374a65" /><Relationship Type="http://schemas.openxmlformats.org/officeDocument/2006/relationships/slideLayout" Target="/ppt/slideLayouts/slideLayout2.xml" Id="R9d390ebc189f485d" /><Relationship Type="http://schemas.openxmlformats.org/officeDocument/2006/relationships/slideLayout" Target="/ppt/slideLayouts/slideLayout3.xml" Id="R44efdecac86c4377" /><Relationship Type="http://schemas.openxmlformats.org/officeDocument/2006/relationships/slideLayout" Target="/ppt/slideLayouts/slideLayout4.xml" Id="R30db8cb4021e4a99" /><Relationship Type="http://schemas.openxmlformats.org/officeDocument/2006/relationships/slideLayout" Target="/ppt/slideLayouts/slideLayout5.xml" Id="Re017bc52c1db44f9" /><Relationship Type="http://schemas.openxmlformats.org/officeDocument/2006/relationships/slideLayout" Target="/ppt/slideLayouts/slideLayout6.xml" Id="R62ac0644441e492f" /><Relationship Type="http://schemas.openxmlformats.org/officeDocument/2006/relationships/slideLayout" Target="/ppt/slideLayouts/slideLayout7.xml" Id="R46c9959725544973" /><Relationship Type="http://schemas.openxmlformats.org/officeDocument/2006/relationships/slideLayout" Target="/ppt/slideLayouts/slideLayout8.xml" Id="R6072a5e52d494573" /><Relationship Type="http://schemas.openxmlformats.org/officeDocument/2006/relationships/theme" Target="/ppt/slideMasters/theme/theme1.xml" Id="Rdb8a79b8486348f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AFA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7150"/>
          </a:xfrm>
          <a:prstGeom xmlns:a="http://schemas.openxmlformats.org/drawingml/2006/main" prst="rect"/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86250"/>
            <a:ext cx="1714500" cy="1714500"/>
          </a:xfrm>
          <a:prstGeom xmlns:a="http://schemas.openxmlformats.org/drawingml/2006/main" prst="rect"/>
          <a:solidFill xmlns:a="http://schemas.openxmlformats.org/drawingml/2006/main">
            <a:srgbClr val="CCFB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b566f9b8374a65"/>
    <p:sldLayoutId xmlns:r="http://schemas.openxmlformats.org/officeDocument/2006/relationships" id="2147483650" r:id="R9d390ebc189f485d"/>
    <p:sldLayoutId xmlns:r="http://schemas.openxmlformats.org/officeDocument/2006/relationships" id="2147483651" r:id="R44efdecac86c4377"/>
    <p:sldLayoutId xmlns:r="http://schemas.openxmlformats.org/officeDocument/2006/relationships" id="2147483652" r:id="R30db8cb4021e4a99"/>
    <p:sldLayoutId xmlns:r="http://schemas.openxmlformats.org/officeDocument/2006/relationships" id="2147483653" r:id="Re017bc52c1db44f9"/>
    <p:sldLayoutId xmlns:r="http://schemas.openxmlformats.org/officeDocument/2006/relationships" id="2147483654" r:id="R62ac0644441e492f"/>
    <p:sldLayoutId xmlns:r="http://schemas.openxmlformats.org/officeDocument/2006/relationships" id="2147483655" r:id="R46c9959725544973"/>
    <p:sldLayoutId xmlns:r="http://schemas.openxmlformats.org/officeDocument/2006/relationships" id="2147483656" r:id="R6072a5e52d494573"/>
  </p:sldLayoutIdLst>
</p:sldMaster>
</file>

<file path=ppt/slideMasters/theme/theme1.xml><?xml version="1.0" encoding="utf-8"?>
<a:theme xmlns:a="http://schemas.openxmlformats.org/drawingml/2006/main" name="Coral Lab">
  <a:themeElements>
    <a:clrScheme name="Coral Lab">
      <a:dk1>
        <a:srgbClr val="881337"/>
      </a:dk1>
      <a:lt1>
        <a:srgbClr val="FFFFFF"/>
      </a:lt1>
      <a:dk2>
        <a:srgbClr val="BE123C"/>
      </a:dk2>
      <a:lt2>
        <a:srgbClr val="FAFAFA"/>
      </a:lt2>
      <a:accent1>
        <a:srgbClr val="2DD4BF"/>
      </a:accent1>
      <a:accent2>
        <a:srgbClr val="FB7185"/>
      </a:accent2>
      <a:accent3>
        <a:srgbClr val="FACC15"/>
      </a:accent3>
      <a:accent4>
        <a:srgbClr val="8B5CF6"/>
      </a:accent4>
      <a:accent5>
        <a:srgbClr val="06B6D4"/>
      </a:accent5>
      <a:accent6>
        <a:srgbClr val="F472B6"/>
      </a:accent6>
      <a:hlink>
        <a:srgbClr val="2DD4BF"/>
      </a:hlink>
      <a:folHlink>
        <a:srgbClr val="BE123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
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14ea9fb82d340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e86151b6224e17"/>
  </p:sldMasterIdLst>
  <p:notesMasterIdLst>
    <p:notesMasterId xmlns:r="http://schemas.openxmlformats.org/officeDocument/2006/relationships" r:id="Ra2b71701a2f24fb9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86151b6224e17" /><Relationship Type="http://schemas.openxmlformats.org/officeDocument/2006/relationships/notesMaster" Target="/ppt/notesMasters/notesMaster1.xml" Id="Ra2b71701a2f2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c07d7788e50480b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9077103444576" /><Relationship Type="http://schemas.openxmlformats.org/officeDocument/2006/relationships/slideLayout" Target="/ppt/slideLayouts/slideLayout2.xml" Id="R5b7d12180fc44e5d" /><Relationship Type="http://schemas.openxmlformats.org/officeDocument/2006/relationships/slideLayout" Target="/ppt/slideLayouts/slideLayout3.xml" Id="R061befdcc53d43e2" /><Relationship Type="http://schemas.openxmlformats.org/officeDocument/2006/relationships/slideLayout" Target="/ppt/slideLayouts/slideLayout4.xml" Id="Rc3668bb70708480d" /><Relationship Type="http://schemas.openxmlformats.org/officeDocument/2006/relationships/slideLayout" Target="/ppt/slideLayouts/slideLayout5.xml" Id="R66ba57f3d6044ab1" /><Relationship Type="http://schemas.openxmlformats.org/officeDocument/2006/relationships/slideLayout" Target="/ppt/slideLayouts/slideLayout6.xml" Id="Rff30ddb593d94332" /><Relationship Type="http://schemas.openxmlformats.org/officeDocument/2006/relationships/slideLayout" Target="/ppt/slideLayouts/slideLayout7.xml" Id="R472f7162fe9a4072" /><Relationship Type="http://schemas.openxmlformats.org/officeDocument/2006/relationships/slideLayout" Target="/ppt/slideLayouts/slideLayout8.xml" Id="Ra66f7516162344ff" /><Relationship Type="http://schemas.openxmlformats.org/officeDocument/2006/relationships/theme" Target="/ppt/slideMasters/theme/theme1.xml" Id="R39b650facfe94a0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AFA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/>
          <a:solidFill xmlns:a="http://schemas.openxmlformats.org/drawingml/2006/main">
            <a:srgbClr val="2DD4B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86250"/>
            <a:ext cx="1714500" cy="1714500"/>
          </a:xfrm>
          <a:prstGeom xmlns:a="http://schemas.openxmlformats.org/drawingml/2006/main" prst="rect"/>
          <a:solidFill xmlns:a="http://schemas.openxmlformats.org/drawingml/2006/main">
            <a:srgbClr val="CCFB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9077103444576"/>
    <p:sldLayoutId xmlns:r="http://schemas.openxmlformats.org/officeDocument/2006/relationships" id="2147483650" r:id="R5b7d12180fc44e5d"/>
    <p:sldLayoutId xmlns:r="http://schemas.openxmlformats.org/officeDocument/2006/relationships" id="2147483651" r:id="R061befdcc53d43e2"/>
    <p:sldLayoutId xmlns:r="http://schemas.openxmlformats.org/officeDocument/2006/relationships" id="2147483652" r:id="Rc3668bb70708480d"/>
    <p:sldLayoutId xmlns:r="http://schemas.openxmlformats.org/officeDocument/2006/relationships" id="2147483653" r:id="R66ba57f3d6044ab1"/>
    <p:sldLayoutId xmlns:r="http://schemas.openxmlformats.org/officeDocument/2006/relationships" id="2147483654" r:id="Rff30ddb593d94332"/>
    <p:sldLayoutId xmlns:r="http://schemas.openxmlformats.org/officeDocument/2006/relationships" id="2147483655" r:id="R472f7162fe9a4072"/>
    <p:sldLayoutId xmlns:r="http://schemas.openxmlformats.org/officeDocument/2006/relationships" id="2147483656" r:id="Ra66f7516162344ff"/>
  </p:sldLayoutIdLst>
</p:sldMaster>
</file>

<file path=ppt/slideMasters/theme/theme1.xml><?xml version="1.0" encoding="utf-8"?>
<a:theme xmlns:a="http://schemas.openxmlformats.org/drawingml/2006/main" name="Coral Lab">
  <a:themeElements>
    <a:clrScheme name="Coral Lab">
      <a:dk1>
        <a:srgbClr val="881337"/>
      </a:dk1>
      <a:lt1>
        <a:srgbClr val="FFFFFF"/>
      </a:lt1>
      <a:dk2>
        <a:srgbClr val="BE123C"/>
      </a:dk2>
      <a:lt2>
        <a:srgbClr val="FAFAFA"/>
      </a:lt2>
      <a:accent1>
        <a:srgbClr val="2DD4BF"/>
      </a:accent1>
      <a:accent2>
        <a:srgbClr val="FB7185"/>
      </a:accent2>
      <a:accent3>
        <a:srgbClr val="FACC15"/>
      </a:accent3>
      <a:accent4>
        <a:srgbClr val="8B5CF6"/>
      </a:accent4>
      <a:accent5>
        <a:srgbClr val="06B6D4"/>
      </a:accent5>
      <a:accent6>
        <a:srgbClr val="F472B6"/>
      </a:accent6>
      <a:hlink>
        <a:srgbClr val="2DD4BF"/>
      </a:hlink>
      <a:folHlink>
        <a:srgbClr val="BE123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
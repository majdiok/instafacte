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7c5a4d6d9c34e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867684a4a94b73"/>
  </p:sldMasterIdLst>
  <p:notesMasterIdLst>
    <p:notesMasterId xmlns:r="http://schemas.openxmlformats.org/officeDocument/2006/relationships" r:id="R6a684b5579d64119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67684a4a94b73" /><Relationship Type="http://schemas.openxmlformats.org/officeDocument/2006/relationships/notesMaster" Target="/ppt/notesMasters/notesMaster1.xml" Id="R6a684b5579d641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b4127a7be61473d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cede6ad1442db" /><Relationship Type="http://schemas.openxmlformats.org/officeDocument/2006/relationships/slideLayout" Target="/ppt/slideLayouts/slideLayout2.xml" Id="Rfb4df5a91d7a4560" /><Relationship Type="http://schemas.openxmlformats.org/officeDocument/2006/relationships/slideLayout" Target="/ppt/slideLayouts/slideLayout3.xml" Id="R3b1bab9095a94b23" /><Relationship Type="http://schemas.openxmlformats.org/officeDocument/2006/relationships/slideLayout" Target="/ppt/slideLayouts/slideLayout4.xml" Id="R5b280cbb3e964f0c" /><Relationship Type="http://schemas.openxmlformats.org/officeDocument/2006/relationships/slideLayout" Target="/ppt/slideLayouts/slideLayout5.xml" Id="R5ce54aa52db042fa" /><Relationship Type="http://schemas.openxmlformats.org/officeDocument/2006/relationships/slideLayout" Target="/ppt/slideLayouts/slideLayout6.xml" Id="R81d806cc93e24477" /><Relationship Type="http://schemas.openxmlformats.org/officeDocument/2006/relationships/slideLayout" Target="/ppt/slideLayouts/slideLayout7.xml" Id="R3fa409d7f3214d55" /><Relationship Type="http://schemas.openxmlformats.org/officeDocument/2006/relationships/slideLayout" Target="/ppt/slideLayouts/slideLayout8.xml" Id="Recf4384e230f45cc" /><Relationship Type="http://schemas.openxmlformats.org/officeDocument/2006/relationships/theme" Target="/ppt/slideMasters/theme/theme1.xml" Id="R7711011440434bb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0307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/>
          <a:solidFill xmlns:a="http://schemas.openxmlformats.org/drawingml/2006/main">
            <a:srgbClr val="4338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/>
          <a:solidFill xmlns:a="http://schemas.openxmlformats.org/drawingml/2006/main">
            <a:srgbClr val="F472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8cede6ad1442db"/>
    <p:sldLayoutId xmlns:r="http://schemas.openxmlformats.org/officeDocument/2006/relationships" id="2147483650" r:id="Rfb4df5a91d7a4560"/>
    <p:sldLayoutId xmlns:r="http://schemas.openxmlformats.org/officeDocument/2006/relationships" id="2147483651" r:id="R3b1bab9095a94b23"/>
    <p:sldLayoutId xmlns:r="http://schemas.openxmlformats.org/officeDocument/2006/relationships" id="2147483652" r:id="R5b280cbb3e964f0c"/>
    <p:sldLayoutId xmlns:r="http://schemas.openxmlformats.org/officeDocument/2006/relationships" id="2147483653" r:id="R5ce54aa52db042fa"/>
    <p:sldLayoutId xmlns:r="http://schemas.openxmlformats.org/officeDocument/2006/relationships" id="2147483654" r:id="R81d806cc93e24477"/>
    <p:sldLayoutId xmlns:r="http://schemas.openxmlformats.org/officeDocument/2006/relationships" id="2147483655" r:id="R3fa409d7f3214d55"/>
    <p:sldLayoutId xmlns:r="http://schemas.openxmlformats.org/officeDocument/2006/relationships" id="2147483656" r:id="Recf4384e230f45cc"/>
  </p:sldLayoutIdLst>
</p:sldMaster>
</file>

<file path=ppt/slideMasters/theme/theme1.xml><?xml version="1.0" encoding="utf-8"?>
<a:theme xmlns:a="http://schemas.openxmlformats.org/drawingml/2006/main" name="Midnight Data">
  <a:themeElements>
    <a:clrScheme name="Midnight Data">
      <a:dk1>
        <a:srgbClr val="E0E7FF"/>
      </a:dk1>
      <a:lt1>
        <a:srgbClr val="030712"/>
      </a:lt1>
      <a:dk2>
        <a:srgbClr val="A5B4FC"/>
      </a:dk2>
      <a:lt2>
        <a:srgbClr val="0F172A"/>
      </a:lt2>
      <a:accent1>
        <a:srgbClr val="F472B6"/>
      </a:accent1>
      <a:accent2>
        <a:srgbClr val="60A5FA"/>
      </a:accent2>
      <a:accent3>
        <a:srgbClr val="34D399"/>
      </a:accent3>
      <a:accent4>
        <a:srgbClr val="FBBF24"/>
      </a:accent4>
      <a:accent5>
        <a:srgbClr val="A78BFA"/>
      </a:accent5>
      <a:accent6>
        <a:srgbClr val="22D3EE"/>
      </a:accent6>
      <a:hlink>
        <a:srgbClr val="F472B6"/>
      </a:hlink>
      <a:folHlink>
        <a:srgbClr val="A5B4FC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
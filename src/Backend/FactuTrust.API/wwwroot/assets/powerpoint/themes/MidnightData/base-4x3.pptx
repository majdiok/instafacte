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b3b989789c84a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8e5bf8e2c7432c"/>
  </p:sldMasterIdLst>
  <p:notesMasterIdLst>
    <p:notesMasterId xmlns:r="http://schemas.openxmlformats.org/officeDocument/2006/relationships" r:id="Rb83ab785412c4a7c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8e5bf8e2c7432c" /><Relationship Type="http://schemas.openxmlformats.org/officeDocument/2006/relationships/notesMaster" Target="/ppt/notesMasters/notesMaster1.xml" Id="Rb83ab785412c4a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08e7a3e92e1b475b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 1"/>
          <p:cNvSpPr>
            <a:spLocks xmlns:a="http://schemas.openxmlformats.org/drawingml/2006/main" noGrp="1"/>
          </p:cNvSpPr>
          <p:nvPr>
            <p:ph type="hdr"/>
          </p:nvPr>
        </p:nvSpPr>
        <p:spPr>
          <a:xfrm xmlns:a="http://schemas.openxmlformats.org/drawingml/2006/main">
            <a:off x="0" y="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Date Placeholder 2"/>
          <p:cNvSpPr>
            <a:spLocks xmlns:a="http://schemas.openxmlformats.org/drawingml/2006/main" noGrp="1"/>
          </p:cNvSpPr>
          <p:nvPr>
            <p:ph type="dt"/>
          </p:nvPr>
        </p:nvSpPr>
        <p:spPr>
          <a:xfrm xmlns:a="http://schemas.openxmlformats.org/drawingml/2006/main">
            <a:off x="3429000" y="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Slide Image Placeholder 3"/>
          <p:cNvSpPr>
            <a:spLocks xmlns:a="http://schemas.openxmlformats.org/drawingml/2006/main" noGrp="1" noRot="1"/>
          </p:cNvSpPr>
          <p:nvPr>
            <p:ph type="sldImg" idx="1"/>
          </p:nvPr>
        </p:nvSpPr>
        <p:spPr>
          <a:xfrm xmlns:a="http://schemas.openxmlformats.org/drawingml/2006/main">
            <a:off x="685800" y="457200"/>
            <a:ext cx="5486400" cy="3886200"/>
          </a:xfrm>
          <a:prstGeom xmlns:a="http://schemas.openxmlformats.org/drawingml/2006/main" prst="rect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 4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85800" y="4343400"/>
            <a:ext cx="5486400" cy="41148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6" name="Footer Placeholder 5"/>
          <p:cNvSpPr>
            <a:spLocks xmlns:a="http://schemas.openxmlformats.org/drawingml/2006/main" noGrp="1"/>
          </p:cNvSpPr>
          <p:nvPr>
            <p:ph type="ftr"/>
          </p:nvPr>
        </p:nvSpPr>
        <p:spPr>
          <a:xfrm xmlns:a="http://schemas.openxmlformats.org/drawingml/2006/main">
            <a:off x="0" y="8686800"/>
            <a:ext cx="6858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7" name="Slide Number Placeholder 6"/>
          <p:cNvSpPr>
            <a:spLocks xmlns:a="http://schemas.openxmlformats.org/drawingml/2006/main" noGrp="1"/>
          </p:cNvSpPr>
          <p:nvPr>
            <p:ph type="sldNum"/>
          </p:nvPr>
        </p:nvSpPr>
        <p:spPr>
          <a:xfrm xmlns:a="http://schemas.openxmlformats.org/drawingml/2006/main">
            <a:off x="3429000" y="8686800"/>
            <a:ext cx="3429000" cy="457200"/>
          </a:xfrm>
          <a:prstGeom xmlns:a="http://schemas.openxmlformats.org/drawingml/2006/main" prst="rect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indent="0" algn="l">
      <a:defRPr sz="1200"/>
    </a:lvl1pPr>
    <a:lvl2pPr xmlns:a="http://schemas.openxmlformats.org/drawingml/2006/main" marL="457200" indent="0">
      <a:defRPr sz="1200"/>
    </a:lvl2pPr>
    <a:lvl3pPr xmlns:a="http://schemas.openxmlformats.org/drawingml/2006/main" marL="914400" indent="0">
      <a:defRPr sz="1200"/>
    </a:lvl3pPr>
    <a:lvl4pPr xmlns:a="http://schemas.openxmlformats.org/drawingml/2006/main" marL="1371600" indent="0">
      <a:defRPr sz="1200"/>
    </a:lvl4pPr>
    <a:lvl5pPr xmlns:a="http://schemas.openxmlformats.org/drawingml/2006/main" marL="1828800" indent="0">
      <a:defRPr sz="1200"/>
    </a:lvl5pPr>
    <a:lvl6pPr xmlns:a="http://schemas.openxmlformats.org/drawingml/2006/main" marL="2286000" indent="0">
      <a:defRPr sz="1200"/>
    </a:lvl6pPr>
    <a:lvl7pPr xmlns:a="http://schemas.openxmlformats.org/drawingml/2006/main" marL="2743200" indent="0">
      <a:defRPr sz="1200"/>
    </a:lvl7pPr>
    <a:lvl8pPr xmlns:a="http://schemas.openxmlformats.org/drawingml/2006/main" marL="3200400" indent="0">
      <a:defRPr sz="1200"/>
    </a:lvl8pPr>
    <a:lvl9pPr xmlns:a="http://schemas.openxmlformats.org/drawingml/2006/main" marL="3657600" indent="0">
      <a:defRPr sz="1200"/>
    </a:lvl9pPr>
  </p:notesStyle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247b13fa74417" /><Relationship Type="http://schemas.openxmlformats.org/officeDocument/2006/relationships/slideLayout" Target="/ppt/slideLayouts/slideLayout2.xml" Id="R73e9efe54a324cbc" /><Relationship Type="http://schemas.openxmlformats.org/officeDocument/2006/relationships/slideLayout" Target="/ppt/slideLayouts/slideLayout3.xml" Id="Rcd535a39f40c4512" /><Relationship Type="http://schemas.openxmlformats.org/officeDocument/2006/relationships/slideLayout" Target="/ppt/slideLayouts/slideLayout4.xml" Id="R38a42cc5842e4ed3" /><Relationship Type="http://schemas.openxmlformats.org/officeDocument/2006/relationships/slideLayout" Target="/ppt/slideLayouts/slideLayout5.xml" Id="R97b49b9425e54525" /><Relationship Type="http://schemas.openxmlformats.org/officeDocument/2006/relationships/slideLayout" Target="/ppt/slideLayouts/slideLayout6.xml" Id="Rd856093c2a56449d" /><Relationship Type="http://schemas.openxmlformats.org/officeDocument/2006/relationships/slideLayout" Target="/ppt/slideLayouts/slideLayout7.xml" Id="R742f251c7b6a4d48" /><Relationship Type="http://schemas.openxmlformats.org/officeDocument/2006/relationships/slideLayout" Target="/ppt/slideLayouts/slideLayout8.xml" Id="Raae6cbefb0394825" /><Relationship Type="http://schemas.openxmlformats.org/officeDocument/2006/relationships/theme" Target="/ppt/slideMasters/theme/theme1.xml" Id="R66508e0e6dbb42a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03071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SideBa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3657600" cy="6858000"/>
          </a:xfrm>
          <a:prstGeom xmlns:a="http://schemas.openxmlformats.org/drawingml/2006/main" prst="rect"/>
          <a:solidFill xmlns:a="http://schemas.openxmlformats.org/drawingml/2006/main">
            <a:srgbClr val="4338C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95250"/>
          </a:xfrm>
          <a:prstGeom xmlns:a="http://schemas.openxmlformats.org/drawingml/2006/main" prst="rect"/>
          <a:solidFill xmlns:a="http://schemas.openxmlformats.org/drawingml/2006/main">
            <a:srgbClr val="F472B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6247b13fa74417"/>
    <p:sldLayoutId xmlns:r="http://schemas.openxmlformats.org/officeDocument/2006/relationships" id="2147483650" r:id="R73e9efe54a324cbc"/>
    <p:sldLayoutId xmlns:r="http://schemas.openxmlformats.org/officeDocument/2006/relationships" id="2147483651" r:id="Rcd535a39f40c4512"/>
    <p:sldLayoutId xmlns:r="http://schemas.openxmlformats.org/officeDocument/2006/relationships" id="2147483652" r:id="R38a42cc5842e4ed3"/>
    <p:sldLayoutId xmlns:r="http://schemas.openxmlformats.org/officeDocument/2006/relationships" id="2147483653" r:id="R97b49b9425e54525"/>
    <p:sldLayoutId xmlns:r="http://schemas.openxmlformats.org/officeDocument/2006/relationships" id="2147483654" r:id="Rd856093c2a56449d"/>
    <p:sldLayoutId xmlns:r="http://schemas.openxmlformats.org/officeDocument/2006/relationships" id="2147483655" r:id="R742f251c7b6a4d48"/>
    <p:sldLayoutId xmlns:r="http://schemas.openxmlformats.org/officeDocument/2006/relationships" id="2147483656" r:id="Raae6cbefb0394825"/>
  </p:sldLayoutIdLst>
</p:sldMaster>
</file>

<file path=ppt/slideMasters/theme/theme1.xml><?xml version="1.0" encoding="utf-8"?>
<a:theme xmlns:a="http://schemas.openxmlformats.org/drawingml/2006/main" name="Midnight Data">
  <a:themeElements>
    <a:clrScheme name="Midnight Data">
      <a:dk1>
        <a:srgbClr val="E0E7FF"/>
      </a:dk1>
      <a:lt1>
        <a:srgbClr val="030712"/>
      </a:lt1>
      <a:dk2>
        <a:srgbClr val="A5B4FC"/>
      </a:dk2>
      <a:lt2>
        <a:srgbClr val="0F172A"/>
      </a:lt2>
      <a:accent1>
        <a:srgbClr val="F472B6"/>
      </a:accent1>
      <a:accent2>
        <a:srgbClr val="60A5FA"/>
      </a:accent2>
      <a:accent3>
        <a:srgbClr val="34D399"/>
      </a:accent3>
      <a:accent4>
        <a:srgbClr val="FBBF24"/>
      </a:accent4>
      <a:accent5>
        <a:srgbClr val="A78BFA"/>
      </a:accent5>
      <a:accent6>
        <a:srgbClr val="22D3EE"/>
      </a:accent6>
      <a:hlink>
        <a:srgbClr val="F472B6"/>
      </a:hlink>
      <a:folHlink>
        <a:srgbClr val="A5B4FC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
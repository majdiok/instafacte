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b15b9756cae48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3aceb3dfc449c1"/>
  </p:sldMasterIdLst>
  <p:notesMasterIdLst>
    <p:notesMasterId xmlns:r="http://schemas.openxmlformats.org/officeDocument/2006/relationships" r:id="Rbe664e4ca87e4ac2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aceb3dfc449c1" /><Relationship Type="http://schemas.openxmlformats.org/officeDocument/2006/relationships/notesMaster" Target="/ppt/notesMasters/notesMaster1.xml" Id="Rbe664e4ca87e4a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acd4cf9cd2a84827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9b125721e4cb5" /><Relationship Type="http://schemas.openxmlformats.org/officeDocument/2006/relationships/slideLayout" Target="/ppt/slideLayouts/slideLayout2.xml" Id="Ra69d838d1b9c4df1" /><Relationship Type="http://schemas.openxmlformats.org/officeDocument/2006/relationships/slideLayout" Target="/ppt/slideLayouts/slideLayout3.xml" Id="Raa943079d36a448e" /><Relationship Type="http://schemas.openxmlformats.org/officeDocument/2006/relationships/slideLayout" Target="/ppt/slideLayouts/slideLayout4.xml" Id="Rcd28cc41714f4d6c" /><Relationship Type="http://schemas.openxmlformats.org/officeDocument/2006/relationships/slideLayout" Target="/ppt/slideLayouts/slideLayout5.xml" Id="R9fb149eba9dc43fc" /><Relationship Type="http://schemas.openxmlformats.org/officeDocument/2006/relationships/slideLayout" Target="/ppt/slideLayouts/slideLayout6.xml" Id="R3015c5e2ff3847c5" /><Relationship Type="http://schemas.openxmlformats.org/officeDocument/2006/relationships/slideLayout" Target="/ppt/slideLayouts/slideLayout7.xml" Id="R217bec02c5004b83" /><Relationship Type="http://schemas.openxmlformats.org/officeDocument/2006/relationships/slideLayout" Target="/ppt/slideLayouts/slideLayout8.xml" Id="R989d8cfdc4794eb7" /><Relationship Type="http://schemas.openxmlformats.org/officeDocument/2006/relationships/theme" Target="/ppt/slideMasters/theme/theme1.xml" Id="R342f9133b72b429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0"/>
          </a:xfrm>
          <a:prstGeom xmlns:a="http://schemas.openxmlformats.org/drawingml/2006/main" prst="rect"/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67200" cy="6858000"/>
          </a:xfrm>
          <a:prstGeom xmlns:a="http://schemas.openxmlformats.org/drawingml/2006/main" prst="rect"/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59b125721e4cb5"/>
    <p:sldLayoutId xmlns:r="http://schemas.openxmlformats.org/officeDocument/2006/relationships" id="2147483650" r:id="Ra69d838d1b9c4df1"/>
    <p:sldLayoutId xmlns:r="http://schemas.openxmlformats.org/officeDocument/2006/relationships" id="2147483651" r:id="Raa943079d36a448e"/>
    <p:sldLayoutId xmlns:r="http://schemas.openxmlformats.org/officeDocument/2006/relationships" id="2147483652" r:id="Rcd28cc41714f4d6c"/>
    <p:sldLayoutId xmlns:r="http://schemas.openxmlformats.org/officeDocument/2006/relationships" id="2147483653" r:id="R9fb149eba9dc43fc"/>
    <p:sldLayoutId xmlns:r="http://schemas.openxmlformats.org/officeDocument/2006/relationships" id="2147483654" r:id="R3015c5e2ff3847c5"/>
    <p:sldLayoutId xmlns:r="http://schemas.openxmlformats.org/officeDocument/2006/relationships" id="2147483655" r:id="R217bec02c5004b83"/>
    <p:sldLayoutId xmlns:r="http://schemas.openxmlformats.org/officeDocument/2006/relationships" id="2147483656" r:id="R989d8cfdc4794eb7"/>
  </p:sldLayoutIdLst>
</p:sldMaster>
</file>

<file path=ppt/slideMasters/theme/theme1.xml><?xml version="1.0" encoding="utf-8"?>
<a:theme xmlns:a="http://schemas.openxmlformats.org/drawingml/2006/main" name="Synergy Cloud">
  <a:themeElements>
    <a:clrScheme name="Synergy Cloud">
      <a:dk1>
        <a:srgbClr val="1E3A8A"/>
      </a:dk1>
      <a:lt1>
        <a:srgbClr val="EFF6FF"/>
      </a:lt1>
      <a:dk2>
        <a:srgbClr val="2563EB"/>
      </a:dk2>
      <a:lt2>
        <a:srgbClr val="DBEAFE"/>
      </a:lt2>
      <a:accent1>
        <a:srgbClr val="3B82F6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3B82F6"/>
      </a:hlink>
      <a:folHlink>
        <a:srgbClr val="2563EB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
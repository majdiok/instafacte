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caa6177516548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96a13cb2334e03"/>
  </p:sldMasterIdLst>
  <p:notesMasterIdLst>
    <p:notesMasterId xmlns:r="http://schemas.openxmlformats.org/officeDocument/2006/relationships" r:id="Rf5fb3364102d4c11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6a13cb2334e03" /><Relationship Type="http://schemas.openxmlformats.org/officeDocument/2006/relationships/notesMaster" Target="/ppt/notesMasters/notesMaster1.xml" Id="Rf5fb3364102d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abec28298794d8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856fd33a94afb" /><Relationship Type="http://schemas.openxmlformats.org/officeDocument/2006/relationships/slideLayout" Target="/ppt/slideLayouts/slideLayout2.xml" Id="R4f86acfd2cf44e1d" /><Relationship Type="http://schemas.openxmlformats.org/officeDocument/2006/relationships/slideLayout" Target="/ppt/slideLayouts/slideLayout3.xml" Id="Redbb749e432a4698" /><Relationship Type="http://schemas.openxmlformats.org/officeDocument/2006/relationships/slideLayout" Target="/ppt/slideLayouts/slideLayout4.xml" Id="R1b5c0fe72ecb4d74" /><Relationship Type="http://schemas.openxmlformats.org/officeDocument/2006/relationships/slideLayout" Target="/ppt/slideLayouts/slideLayout5.xml" Id="R454f2b43b1f841cf" /><Relationship Type="http://schemas.openxmlformats.org/officeDocument/2006/relationships/slideLayout" Target="/ppt/slideLayouts/slideLayout6.xml" Id="R7ef03cce904343fc" /><Relationship Type="http://schemas.openxmlformats.org/officeDocument/2006/relationships/slideLayout" Target="/ppt/slideLayouts/slideLayout7.xml" Id="Rb86d97294fa84a1d" /><Relationship Type="http://schemas.openxmlformats.org/officeDocument/2006/relationships/slideLayout" Target="/ppt/slideLayouts/slideLayout8.xml" Id="Re33804591d774754" /><Relationship Type="http://schemas.openxmlformats.org/officeDocument/2006/relationships/theme" Target="/ppt/slideMasters/theme/theme1.xml" Id="R567823391f18473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0"/>
          </a:xfrm>
          <a:prstGeom xmlns:a="http://schemas.openxmlformats.org/drawingml/2006/main" prst="rect"/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/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0856fd33a94afb"/>
    <p:sldLayoutId xmlns:r="http://schemas.openxmlformats.org/officeDocument/2006/relationships" id="2147483650" r:id="R4f86acfd2cf44e1d"/>
    <p:sldLayoutId xmlns:r="http://schemas.openxmlformats.org/officeDocument/2006/relationships" id="2147483651" r:id="Redbb749e432a4698"/>
    <p:sldLayoutId xmlns:r="http://schemas.openxmlformats.org/officeDocument/2006/relationships" id="2147483652" r:id="R1b5c0fe72ecb4d74"/>
    <p:sldLayoutId xmlns:r="http://schemas.openxmlformats.org/officeDocument/2006/relationships" id="2147483653" r:id="R454f2b43b1f841cf"/>
    <p:sldLayoutId xmlns:r="http://schemas.openxmlformats.org/officeDocument/2006/relationships" id="2147483654" r:id="R7ef03cce904343fc"/>
    <p:sldLayoutId xmlns:r="http://schemas.openxmlformats.org/officeDocument/2006/relationships" id="2147483655" r:id="Rb86d97294fa84a1d"/>
    <p:sldLayoutId xmlns:r="http://schemas.openxmlformats.org/officeDocument/2006/relationships" id="2147483656" r:id="Re33804591d774754"/>
  </p:sldLayoutIdLst>
</p:sldMaster>
</file>

<file path=ppt/slideMasters/theme/theme1.xml><?xml version="1.0" encoding="utf-8"?>
<a:theme xmlns:a="http://schemas.openxmlformats.org/drawingml/2006/main" name="Synergy Cloud">
  <a:themeElements>
    <a:clrScheme name="Synergy Cloud">
      <a:dk1>
        <a:srgbClr val="1E3A8A"/>
      </a:dk1>
      <a:lt1>
        <a:srgbClr val="EFF6FF"/>
      </a:lt1>
      <a:dk2>
        <a:srgbClr val="2563EB"/>
      </a:dk2>
      <a:lt2>
        <a:srgbClr val="DBEAFE"/>
      </a:lt2>
      <a:accent1>
        <a:srgbClr val="3B82F6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3B82F6"/>
      </a:hlink>
      <a:folHlink>
        <a:srgbClr val="2563EB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
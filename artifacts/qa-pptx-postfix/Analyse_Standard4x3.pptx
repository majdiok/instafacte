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bin" ContentType="application/vnd.openxmlformats-officedocument.spreadsheetml.sheet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f3d30ef7bfb48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d71f583bf94356"/>
  </p:sldMasterIdLst>
  <p:notesMasterIdLst>
    <p:notesMasterId xmlns:r="http://schemas.openxmlformats.org/officeDocument/2006/relationships" r:id="R2ca813b819dc45c1"/>
  </p:notesMasterIdLst>
  <p:sldIdLst>
    <p:sldId xmlns:r="http://schemas.openxmlformats.org/officeDocument/2006/relationships" id="256" r:id="R8daf61ae3bf14a71"/>
    <p:sldId xmlns:r="http://schemas.openxmlformats.org/officeDocument/2006/relationships" id="257" r:id="Rf0325641b62f4221"/>
    <p:sldId xmlns:r="http://schemas.openxmlformats.org/officeDocument/2006/relationships" id="258" r:id="R62134bacb2194bdf"/>
    <p:sldId xmlns:r="http://schemas.openxmlformats.org/officeDocument/2006/relationships" id="259" r:id="R5669a42c2a2c4f0c"/>
    <p:sldId xmlns:r="http://schemas.openxmlformats.org/officeDocument/2006/relationships" id="260" r:id="R26c8f645398c4a54"/>
    <p:sldId xmlns:r="http://schemas.openxmlformats.org/officeDocument/2006/relationships" id="261" r:id="R7067c044dad24494"/>
    <p:sldId xmlns:r="http://schemas.openxmlformats.org/officeDocument/2006/relationships" id="262" r:id="R33cc8aff43dc4ed5"/>
    <p:sldId xmlns:r="http://schemas.openxmlformats.org/officeDocument/2006/relationships" id="263" r:id="R17aaf19860614868"/>
    <p:sldId xmlns:r="http://schemas.openxmlformats.org/officeDocument/2006/relationships" id="264" r:id="R576d44efd56d4777"/>
  </p:sldIdLst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d71f583bf94356" /><Relationship Type="http://schemas.openxmlformats.org/officeDocument/2006/relationships/notesMaster" Target="/ppt/notesMasters/notesMaster1.xml" Id="R2ca813b819dc45c1" /><Relationship Type="http://schemas.openxmlformats.org/officeDocument/2006/relationships/slide" Target="/ppt/slides/slide1.xml" Id="R8daf61ae3bf14a71" /><Relationship Type="http://schemas.openxmlformats.org/officeDocument/2006/relationships/slide" Target="/ppt/slides/slide2.xml" Id="Rf0325641b62f4221" /><Relationship Type="http://schemas.openxmlformats.org/officeDocument/2006/relationships/slide" Target="/ppt/slides/slide3.xml" Id="R62134bacb2194bdf" /><Relationship Type="http://schemas.openxmlformats.org/officeDocument/2006/relationships/slide" Target="/ppt/slides/slide4.xml" Id="R5669a42c2a2c4f0c" /><Relationship Type="http://schemas.openxmlformats.org/officeDocument/2006/relationships/slide" Target="/ppt/slides/slide5.xml" Id="R26c8f645398c4a54" /><Relationship Type="http://schemas.openxmlformats.org/officeDocument/2006/relationships/slide" Target="/ppt/slides/slide6.xml" Id="R7067c044dad24494" /><Relationship Type="http://schemas.openxmlformats.org/officeDocument/2006/relationships/slide" Target="/ppt/slides/slide7.xml" Id="R33cc8aff43dc4ed5" /><Relationship Type="http://schemas.openxmlformats.org/officeDocument/2006/relationships/slide" Target="/ppt/slides/slide8.xml" Id="R17aaf19860614868" /><Relationship Type="http://schemas.openxmlformats.org/officeDocument/2006/relationships/slide" Target="/ppt/slides/slide9.xml" Id="R576d44efd56d47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dac78787a6734bca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a642e41aac042e7" /><Relationship Type="http://schemas.openxmlformats.org/officeDocument/2006/relationships/slide" Target="/ppt/slides/slide7.xml" Id="Rda6b65f5fc724c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67758fa21d8456c" /><Relationship Type="http://schemas.openxmlformats.org/officeDocument/2006/relationships/slide" Target="/ppt/slides/slide9.xml" Id="R039aaa57fb5340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8" name="NotesPlaceholder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457200"/>
            <a:ext cx="8229600" cy="5943600"/>
          </a:xfrm>
          <a:prstGeom xmlns:a="http://schemas.openxmlformats.org/drawingml/2006/main" prst="rect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Réponse exportée depuis l'Assistant IA FactuTrust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Conversation : a4fec7ef-9f69-4b2a-801a-b7f1bfdaeeb2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Message : 2b9b1857-293a-4c77-9bce-6cfb00da9481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Page : 1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Outils utilisés : list_inventory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5" name="NotesPlaceholder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457200"/>
            <a:ext cx="8229600" cy="5943600"/>
          </a:xfrm>
          <a:prstGeom xmlns:a="http://schemas.openxmlformats.org/drawingml/2006/main" prst="rect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### 01.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Conversation : a4fec7ef-9f69-4b2a-801a-b7f1bfdaeeb2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Message : 2b9b1857-293a-4c77-9bce-6cfb00da9481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#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Voici les principaux indicateurs :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**Articles actifs** : 1 240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**Articles en rupture** : 38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*Articles à reapprovisionner* : 92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Recommandations : passer une commande urgente pour les SKU ci-dessus.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/>
            </a:r>
          </a:p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1343305614b05" /><Relationship Type="http://schemas.openxmlformats.org/officeDocument/2006/relationships/theme" Target="/ppt/slideMasters/theme/theme1.xml" Id="R0ee7865507a0451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a1343305614b05"/>
  </p:sldLayoutIdLst>
</p:sldMaster>
</file>

<file path=ppt/slideMasters/theme/theme1.xml><?xml version="1.0" encoding="utf-8"?>
<a:theme xmlns:a="http://schemas.openxmlformats.org/drawingml/2006/main" name="FactuTrust">
  <a:themeElements>
    <a:clrScheme name="FactuTrust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2563EB"/>
      </a:accent1>
      <a:accent2>
        <a:srgbClr val="F59E0B"/>
      </a:accent2>
      <a:accent3>
        <a:srgbClr val="059669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219649f3e4f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3968e81b84f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3651d8adb40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92310006b44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b7cd632814b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3f2f4faee429b" /><Relationship Type="http://schemas.openxmlformats.org/officeDocument/2006/relationships/chart" Target="/ppt/slides/charts/chart1.xml" Id="Rdc450327d94049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1d0f216cc455d" /><Relationship Type="http://schemas.openxmlformats.org/officeDocument/2006/relationships/notesSlide" Target="/ppt/notesSlides/notesSlide1.xml" Id="Rcbc98f2baa2645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a26a2a2e84a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062cc68ef4c31" /><Relationship Type="http://schemas.openxmlformats.org/officeDocument/2006/relationships/notesSlide" Target="/ppt/notesSlides/notesSlide2.xml" Id="Rad0c4eade183459f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f84f0e3d6fd94bef" /></Relationships>
</file>

<file path=ppt/slides/charts/chart1.xml><?xml version="1.0" encoding="utf-8"?>
<c:chartSpace xmlns:c="http://schemas.openxmlformats.org/drawingml/2006/chart">
  <c:lang val="fr-TN"/>
  <c:chart>
    <c:title>
      <c:tx>
        <c:rich>
          <a:bodyPr xmlns:a="http://schemas.openxmlformats.org/drawingml/2006/main" rot="0" spcFirstLastPara="1" vertOverflow="ellipsis" wrap="square" anchor="ctr" anchorCtr="1"/>
          <a:lstStyle xmlns:a="http://schemas.openxmlformats.org/drawingml/2006/main"/>
          <a:p xmlns:a="http://schemas.openxmlformats.org/drawingml/2006/main">
            <a:pPr/>
            <a:r>
              <a:rPr lang="fr-FR" sz="1600" b="1"/>
              <a:t>Tendance hebdomadaire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ser>
          <c:idx val="0"/>
          <c:order val="0"/>
          <c:tx>
            <c:v>Ruptures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>
              <a:noFill/>
            </a:ln>
          </c:spPr>
          <c:cat>
            <c:strRef>
              <c:f>Sheet1!$A$2:$A$5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28</c:v>
                </c:pt>
                <c:pt idx="3">
                  <c:v>38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crossAx val="222222222"/>
      </c:catAx>
      <c:valAx>
        <c:axId val="222222222"/>
        <c:scaling>
          <c:orientation val="minMax"/>
        </c:scaling>
        <c:delete val="0"/>
        <c:axPos val="b"/>
        <c:crossAx val="111111111"/>
      </c:valAx>
    </c:plotArea>
    <c:legend>
      <c:legendPos val="b"/>
      <c:overlay val="0"/>
    </c:legend>
    <c:plotVisOnly val="1"/>
    <c:dispBlanksAs val="gap"/>
  </c:chart>
  <c:externalData xmlns:r="http://schemas.openxmlformats.org/officeDocument/2006/relationships" r:id="Rf84f0e3d6fd94bef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1" name="Cov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2" name="Cov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3" name="Cov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8229600" cy="1524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5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Smoke — Analyse/Standard4x3</a:t>
            </a:r>
          </a:p>
        </p:txBody>
      </p:sp>
      <p:sp>
        <p:nvSpPr>
          <p:cNvPr id="1004" name="CoverFoot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8229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FactuTrust • 21 mai 2026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Agenda</a:t>
            </a:r>
          </a:p>
        </p:txBody>
      </p:sp>
      <p:sp>
        <p:nvSpPr>
          <p:cNvPr id="1007" name="Agenda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0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01.  </a:t>
            </a:r>
            <a:r>
              <a:rPr lang="fr-FR" sz="20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8" name="Section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9" name="Section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8229600" cy="381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Section 01</a:t>
            </a:r>
          </a:p>
        </p:txBody>
      </p:sp>
      <p:sp>
        <p:nvSpPr>
          <p:cNvPr id="1010" name="Section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8229600" cy="17145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4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11" name="SectionAcc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914400" cy="5715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Analyse du stock — Indicateurs clés</a:t>
            </a:r>
          </a:p>
        </p:txBody>
      </p:sp>
      <p:sp>
        <p:nvSpPr>
          <p:cNvPr id="1014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038600" cy="4953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5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365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Articles actifs</a:t>
            </a:r>
          </a:p>
        </p:txBody>
      </p:sp>
      <p:sp>
        <p:nvSpPr>
          <p:cNvPr id="1016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3657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1 240,00 items</a:t>
            </a:r>
          </a:p>
        </p:txBody>
      </p:sp>
      <p:sp>
        <p:nvSpPr>
          <p:cNvPr id="1017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3657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16A34A"/>
                </a:solidFill>
                <a:latin typeface="Inter"/>
                <a:ea typeface="Inter"/>
                <a:cs typeface="Inter"/>
              </a:rPr>
              <a:t>+2,4 %</a:t>
            </a:r>
          </a:p>
        </p:txBody>
      </p:sp>
      <p:sp>
        <p:nvSpPr>
          <p:cNvPr id="1018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143000"/>
            <a:ext cx="4038600" cy="4953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9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33500"/>
            <a:ext cx="365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Ruptures</a:t>
            </a:r>
          </a:p>
        </p:txBody>
      </p:sp>
      <p:sp>
        <p:nvSpPr>
          <p:cNvPr id="1020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38300"/>
            <a:ext cx="3657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38,00</a:t>
            </a:r>
          </a:p>
        </p:txBody>
      </p:sp>
      <p:sp>
        <p:nvSpPr>
          <p:cNvPr id="1021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72150"/>
            <a:ext cx="3657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DC2626"/>
                </a:solidFill>
                <a:latin typeface="Inter"/>
                <a:ea typeface="Inter"/>
                <a:cs typeface="Inter"/>
              </a:rPr>
              <a:t>-12,5 %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Top 3 ruptures</a:t>
            </a:r>
          </a:p>
        </p:txBody>
      </p:sp>
      <p:graphicFrame>
        <p:nvGraphicFramePr>
          <p:cNvPr id="1024" name="Data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SKU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Article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Quantité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1E3A8A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A-001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Ampoule LED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0.00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A-002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Câble USB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1.00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A-003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Chargeur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2.00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Tendance hebdomadaire</a:t>
            </a:r>
          </a:p>
        </p:txBody>
      </p:sp>
      <p:graphicFrame>
        <p:nvGraphicFramePr>
          <p:cNvPr id="1027" name="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450327d9404901"/>
          </a:graphicData>
        </a:graphic>
      </p:graphicFrame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9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0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31" name="Markdown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Voici les principaux indicateurs :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actifs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1 240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en rupture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38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0" i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à reapprovisionner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92</a:t>
            </a:r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Recommandations : passer une commande urgente pour les SKU ci-dessus.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Sources et outils</a:t>
            </a:r>
          </a:p>
        </p:txBody>
      </p:sp>
      <p:sp>
        <p:nvSpPr>
          <p:cNvPr id="1034" name="Sources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01.  Analyse du stock</a:t>
            </a:r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    Outils utilisés : list_inventory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6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7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Annexe — Transcript brut</a:t>
            </a:r>
          </a:p>
        </p:txBody>
      </p:sp>
      <p:sp>
        <p:nvSpPr>
          <p:cNvPr id="1038" name="Appendix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3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Le transcript intégral des réponses sélectionnées est accessible dans les notes du présentateur.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• 01. Analyse du stock</a:t>
            </a:r>
          </a:p>
        </p:txBody>
      </p:sp>
    </p:spTree>
  </p:cSld>
  <p:clrMapOvr>
    <a:masterClrMapping xmlns:a="http://schemas.openxmlformats.org/drawingml/2006/main"/>
  </p:clrMapOvr>
</p:sld>
</file>
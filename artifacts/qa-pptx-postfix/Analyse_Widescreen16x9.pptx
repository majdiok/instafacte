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523197e305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f967de553247a5"/>
  </p:sldMasterIdLst>
  <p:notesMasterIdLst>
    <p:notesMasterId xmlns:r="http://schemas.openxmlformats.org/officeDocument/2006/relationships" r:id="R3b55d48ab2f949bf"/>
  </p:notesMasterIdLst>
  <p:sldIdLst>
    <p:sldId xmlns:r="http://schemas.openxmlformats.org/officeDocument/2006/relationships" id="256" r:id="R0cebffb8eff84ab7"/>
    <p:sldId xmlns:r="http://schemas.openxmlformats.org/officeDocument/2006/relationships" id="257" r:id="R0bab4c6037714002"/>
    <p:sldId xmlns:r="http://schemas.openxmlformats.org/officeDocument/2006/relationships" id="258" r:id="Rc1978f52c79d4c94"/>
    <p:sldId xmlns:r="http://schemas.openxmlformats.org/officeDocument/2006/relationships" id="259" r:id="R37fd3f9986644f64"/>
    <p:sldId xmlns:r="http://schemas.openxmlformats.org/officeDocument/2006/relationships" id="260" r:id="R42893e4f94474ef2"/>
    <p:sldId xmlns:r="http://schemas.openxmlformats.org/officeDocument/2006/relationships" id="261" r:id="Re53fd5f140f44269"/>
    <p:sldId xmlns:r="http://schemas.openxmlformats.org/officeDocument/2006/relationships" id="262" r:id="R62465205726043a9"/>
    <p:sldId xmlns:r="http://schemas.openxmlformats.org/officeDocument/2006/relationships" id="263" r:id="R47e72a2a360942a3"/>
    <p:sldId xmlns:r="http://schemas.openxmlformats.org/officeDocument/2006/relationships" id="264" r:id="R6d8ffc93e6024bf0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967de553247a5" /><Relationship Type="http://schemas.openxmlformats.org/officeDocument/2006/relationships/notesMaster" Target="/ppt/notesMasters/notesMaster1.xml" Id="R3b55d48ab2f949bf" /><Relationship Type="http://schemas.openxmlformats.org/officeDocument/2006/relationships/slide" Target="/ppt/slides/slide1.xml" Id="R0cebffb8eff84ab7" /><Relationship Type="http://schemas.openxmlformats.org/officeDocument/2006/relationships/slide" Target="/ppt/slides/slide2.xml" Id="R0bab4c6037714002" /><Relationship Type="http://schemas.openxmlformats.org/officeDocument/2006/relationships/slide" Target="/ppt/slides/slide3.xml" Id="Rc1978f52c79d4c94" /><Relationship Type="http://schemas.openxmlformats.org/officeDocument/2006/relationships/slide" Target="/ppt/slides/slide4.xml" Id="R37fd3f9986644f64" /><Relationship Type="http://schemas.openxmlformats.org/officeDocument/2006/relationships/slide" Target="/ppt/slides/slide5.xml" Id="R42893e4f94474ef2" /><Relationship Type="http://schemas.openxmlformats.org/officeDocument/2006/relationships/slide" Target="/ppt/slides/slide6.xml" Id="Re53fd5f140f44269" /><Relationship Type="http://schemas.openxmlformats.org/officeDocument/2006/relationships/slide" Target="/ppt/slides/slide7.xml" Id="R62465205726043a9" /><Relationship Type="http://schemas.openxmlformats.org/officeDocument/2006/relationships/slide" Target="/ppt/slides/slide8.xml" Id="R47e72a2a360942a3" /><Relationship Type="http://schemas.openxmlformats.org/officeDocument/2006/relationships/slide" Target="/ppt/slides/slide9.xml" Id="R6d8ffc93e6024b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31eb6c13c444cdf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c0d93a50554c5b" /><Relationship Type="http://schemas.openxmlformats.org/officeDocument/2006/relationships/slide" Target="/ppt/slides/slide7.xml" Id="R480aae1fbf0c41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8bfce581364608" /><Relationship Type="http://schemas.openxmlformats.org/officeDocument/2006/relationships/slide" Target="/ppt/slides/slide9.xml" Id="R6756979c4ccb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7887dddf-4122-4f72-8b73-f55962716cb9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42e8116e-6e6c-42fd-867d-ec90ec0da967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7887dddf-4122-4f72-8b73-f55962716cb9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42e8116e-6e6c-42fd-867d-ec90ec0da967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8f0d6dba046aa" /><Relationship Type="http://schemas.openxmlformats.org/officeDocument/2006/relationships/theme" Target="/ppt/slideMasters/theme/theme1.xml" Id="R921cda1b916647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78f0d6dba046aa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7072b89f7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318b6928545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aa306ab47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cec5a672c42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42bf75b22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e633398d6457a" /><Relationship Type="http://schemas.openxmlformats.org/officeDocument/2006/relationships/chart" Target="/ppt/slides/charts/chart1.xml" Id="Re1e82c9d046f41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af17a8ac4788" /><Relationship Type="http://schemas.openxmlformats.org/officeDocument/2006/relationships/notesSlide" Target="/ppt/notesSlides/notesSlide1.xml" Id="R69ad7278f21c4d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33c9ff014d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ce13cd8a14f49" /><Relationship Type="http://schemas.openxmlformats.org/officeDocument/2006/relationships/notesSlide" Target="/ppt/notesSlides/notesSlide2.xml" Id="Rd93e137321844e52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4039a69412434fde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  <c:externalData xmlns:r="http://schemas.openxmlformats.org/officeDocument/2006/relationships" r:id="R4039a69412434fde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Smoke — Analyse/Widescreen16x9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16A34A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143000"/>
            <a:ext cx="5562600" cy="4953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33500"/>
            <a:ext cx="5181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81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72150"/>
            <a:ext cx="5181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1E3A8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64748B"/>
                      </a:solidFill>
                    </a:lnL>
                    <a:lnR w="6350">
                      <a:solidFill>
                        <a:srgbClr val="64748B"/>
                      </a:solidFill>
                    </a:lnR>
                    <a:lnT w="6350">
                      <a:solidFill>
                        <a:srgbClr val="64748B"/>
                      </a:solidFill>
                    </a:lnT>
                    <a:lnB w="6350">
                      <a:solidFill>
                        <a:srgbClr val="64748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11277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e82c9d046f41c5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1E3A8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
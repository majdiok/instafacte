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2f05a8c288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ef28f6573b4883"/>
  </p:sldMasterIdLst>
  <p:notesMasterIdLst>
    <p:notesMasterId xmlns:r="http://schemas.openxmlformats.org/officeDocument/2006/relationships" r:id="Rd44505292c1145e8"/>
  </p:notesMasterIdLst>
  <p:sldIdLst>
    <p:sldId xmlns:r="http://schemas.openxmlformats.org/officeDocument/2006/relationships" id="256" r:id="R998bef1bfdca4ad6"/>
    <p:sldId xmlns:r="http://schemas.openxmlformats.org/officeDocument/2006/relationships" id="257" r:id="R1f5b939c8b1b49a6"/>
    <p:sldId xmlns:r="http://schemas.openxmlformats.org/officeDocument/2006/relationships" id="258" r:id="Re2a32fadfbbf4f71"/>
    <p:sldId xmlns:r="http://schemas.openxmlformats.org/officeDocument/2006/relationships" id="259" r:id="Rd568ed7a689b42e2"/>
    <p:sldId xmlns:r="http://schemas.openxmlformats.org/officeDocument/2006/relationships" id="260" r:id="R9e94a591066f4df6"/>
    <p:sldId xmlns:r="http://schemas.openxmlformats.org/officeDocument/2006/relationships" id="261" r:id="R7cf302de11864b96"/>
    <p:sldId xmlns:r="http://schemas.openxmlformats.org/officeDocument/2006/relationships" id="262" r:id="Re39c663e3a374a7b"/>
    <p:sldId xmlns:r="http://schemas.openxmlformats.org/officeDocument/2006/relationships" id="263" r:id="R2cb81f6e9a5a4825"/>
    <p:sldId xmlns:r="http://schemas.openxmlformats.org/officeDocument/2006/relationships" id="264" r:id="R91c34705f7f1402d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f28f6573b4883" /><Relationship Type="http://schemas.openxmlformats.org/officeDocument/2006/relationships/notesMaster" Target="/ppt/notesMasters/notesMaster1.xml" Id="Rd44505292c1145e8" /><Relationship Type="http://schemas.openxmlformats.org/officeDocument/2006/relationships/slide" Target="/ppt/slides/slide1.xml" Id="R998bef1bfdca4ad6" /><Relationship Type="http://schemas.openxmlformats.org/officeDocument/2006/relationships/slide" Target="/ppt/slides/slide2.xml" Id="R1f5b939c8b1b49a6" /><Relationship Type="http://schemas.openxmlformats.org/officeDocument/2006/relationships/slide" Target="/ppt/slides/slide3.xml" Id="Re2a32fadfbbf4f71" /><Relationship Type="http://schemas.openxmlformats.org/officeDocument/2006/relationships/slide" Target="/ppt/slides/slide4.xml" Id="Rd568ed7a689b42e2" /><Relationship Type="http://schemas.openxmlformats.org/officeDocument/2006/relationships/slide" Target="/ppt/slides/slide5.xml" Id="R9e94a591066f4df6" /><Relationship Type="http://schemas.openxmlformats.org/officeDocument/2006/relationships/slide" Target="/ppt/slides/slide6.xml" Id="R7cf302de11864b96" /><Relationship Type="http://schemas.openxmlformats.org/officeDocument/2006/relationships/slide" Target="/ppt/slides/slide7.xml" Id="Re39c663e3a374a7b" /><Relationship Type="http://schemas.openxmlformats.org/officeDocument/2006/relationships/slide" Target="/ppt/slides/slide8.xml" Id="R2cb81f6e9a5a4825" /><Relationship Type="http://schemas.openxmlformats.org/officeDocument/2006/relationships/slide" Target="/ppt/slides/slide9.xml" Id="R91c34705f7f1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dd7482e3fa2402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1c3dd70fdb64011" /><Relationship Type="http://schemas.openxmlformats.org/officeDocument/2006/relationships/slide" Target="/ppt/slides/slide7.xml" Id="Rd3fc7629f113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2f8af7906ce400a" /><Relationship Type="http://schemas.openxmlformats.org/officeDocument/2006/relationships/slide" Target="/ppt/slides/slide9.xml" Id="R6a5fbb2acc0d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a343edec-379a-4bb9-9242-2312ed5f9b17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b76d9d47-abb1-4232-b31b-be113477c203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a343edec-379a-4bb9-9242-2312ed5f9b17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b76d9d47-abb1-4232-b31b-be113477c203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94ebbdc24cbd" /><Relationship Type="http://schemas.openxmlformats.org/officeDocument/2006/relationships/theme" Target="/ppt/slideMasters/theme/theme1.xml" Id="R3147d9d848e6460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994ebbdc24cbd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c684b8ada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ac724c50a4a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8829c0f91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ff578dce40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0da7e56ac4a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836a7550348f6" /><Relationship Type="http://schemas.openxmlformats.org/officeDocument/2006/relationships/chart" Target="/ppt/slides/charts/chart1.xml" Id="R399aa73f8a024b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062333655471c" /><Relationship Type="http://schemas.openxmlformats.org/officeDocument/2006/relationships/notesSlide" Target="/ppt/notesSlides/notesSlide1.xml" Id="Rd097b89c3281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548d37a114a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c62ab08c46e9" /><Relationship Type="http://schemas.openxmlformats.org/officeDocument/2006/relationships/notesSlide" Target="/ppt/notesSlides/notesSlide2.xml" Id="Rd2ca4c135d8a4d41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af9c763a1bce4c92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af9c763a1bce4c92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Smoke — Standard/Standard4x3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59669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9aa73f8a024be6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
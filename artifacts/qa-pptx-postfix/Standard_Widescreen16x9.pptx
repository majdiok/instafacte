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bin" ContentType="application/vnd.openxmlformats-officedocument.spreadsheetml.sheet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7b6ae50c1b145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adba3feda049f6"/>
  </p:sldMasterIdLst>
  <p:notesMasterIdLst>
    <p:notesMasterId xmlns:r="http://schemas.openxmlformats.org/officeDocument/2006/relationships" r:id="Re12996eb427c41a4"/>
  </p:notesMasterIdLst>
  <p:sldIdLst>
    <p:sldId xmlns:r="http://schemas.openxmlformats.org/officeDocument/2006/relationships" id="256" r:id="R6e9c815fa72848ea"/>
    <p:sldId xmlns:r="http://schemas.openxmlformats.org/officeDocument/2006/relationships" id="257" r:id="Rebc984c13bb34d76"/>
    <p:sldId xmlns:r="http://schemas.openxmlformats.org/officeDocument/2006/relationships" id="258" r:id="R67e06aa20be340e2"/>
    <p:sldId xmlns:r="http://schemas.openxmlformats.org/officeDocument/2006/relationships" id="259" r:id="R03f0eb9c67c14b36"/>
    <p:sldId xmlns:r="http://schemas.openxmlformats.org/officeDocument/2006/relationships" id="260" r:id="R8bf2f60ac6024c86"/>
    <p:sldId xmlns:r="http://schemas.openxmlformats.org/officeDocument/2006/relationships" id="261" r:id="R6670fa9a1e71498b"/>
    <p:sldId xmlns:r="http://schemas.openxmlformats.org/officeDocument/2006/relationships" id="262" r:id="R15df65fa8cbb4500"/>
    <p:sldId xmlns:r="http://schemas.openxmlformats.org/officeDocument/2006/relationships" id="263" r:id="Rf68b8e38310a41a0"/>
    <p:sldId xmlns:r="http://schemas.openxmlformats.org/officeDocument/2006/relationships" id="264" r:id="R410bee667a41433a"/>
  </p:sldIdLst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dba3feda049f6" /><Relationship Type="http://schemas.openxmlformats.org/officeDocument/2006/relationships/notesMaster" Target="/ppt/notesMasters/notesMaster1.xml" Id="Re12996eb427c41a4" /><Relationship Type="http://schemas.openxmlformats.org/officeDocument/2006/relationships/slide" Target="/ppt/slides/slide1.xml" Id="R6e9c815fa72848ea" /><Relationship Type="http://schemas.openxmlformats.org/officeDocument/2006/relationships/slide" Target="/ppt/slides/slide2.xml" Id="Rebc984c13bb34d76" /><Relationship Type="http://schemas.openxmlformats.org/officeDocument/2006/relationships/slide" Target="/ppt/slides/slide3.xml" Id="R67e06aa20be340e2" /><Relationship Type="http://schemas.openxmlformats.org/officeDocument/2006/relationships/slide" Target="/ppt/slides/slide4.xml" Id="R03f0eb9c67c14b36" /><Relationship Type="http://schemas.openxmlformats.org/officeDocument/2006/relationships/slide" Target="/ppt/slides/slide5.xml" Id="R8bf2f60ac6024c86" /><Relationship Type="http://schemas.openxmlformats.org/officeDocument/2006/relationships/slide" Target="/ppt/slides/slide6.xml" Id="R6670fa9a1e71498b" /><Relationship Type="http://schemas.openxmlformats.org/officeDocument/2006/relationships/slide" Target="/ppt/slides/slide7.xml" Id="R15df65fa8cbb4500" /><Relationship Type="http://schemas.openxmlformats.org/officeDocument/2006/relationships/slide" Target="/ppt/slides/slide8.xml" Id="Rf68b8e38310a41a0" /><Relationship Type="http://schemas.openxmlformats.org/officeDocument/2006/relationships/slide" Target="/ppt/slides/slide9.xml" Id="R410bee667a4143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bc0ee1d84d254a63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dbb61ec61e5469e" /><Relationship Type="http://schemas.openxmlformats.org/officeDocument/2006/relationships/slide" Target="/ppt/slides/slide7.xml" Id="Rb30ad98592d94b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75edea7e62e46a9" /><Relationship Type="http://schemas.openxmlformats.org/officeDocument/2006/relationships/slide" Target="/ppt/slides/slide9.xml" Id="R78a8b3122a4e40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3831d7ee-bf00-460d-bdc8-686422917eb3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ad2e25a5-91f5-4411-8ca3-bb21644e121c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3831d7ee-bf00-460d-bdc8-686422917eb3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ad2e25a5-91f5-4411-8ca3-bb21644e121c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7ee7246bf4f3a" /><Relationship Type="http://schemas.openxmlformats.org/officeDocument/2006/relationships/theme" Target="/ppt/slideMasters/theme/theme1.xml" Id="R930dded8354d438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17ee7246bf4f3a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9c85a691b4f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975924bc64c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c6808f20f4b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5ca4318bd42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eab89326147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16fa8042f4fe8" /><Relationship Type="http://schemas.openxmlformats.org/officeDocument/2006/relationships/chart" Target="/ppt/slides/charts/chart1.xml" Id="R852117f87cd54c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bc665eb7e4790" /><Relationship Type="http://schemas.openxmlformats.org/officeDocument/2006/relationships/notesSlide" Target="/ppt/notesSlides/notesSlide1.xml" Id="R7d1c1a1da2c34d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1bf9b69f043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a839ced7d4bc6" /><Relationship Type="http://schemas.openxmlformats.org/officeDocument/2006/relationships/notesSlide" Target="/ppt/notesSlides/notesSlide2.xml" Id="R6bf69afeafb442f5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1d3560627cc54e0a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  <c:externalData xmlns:r="http://schemas.openxmlformats.org/officeDocument/2006/relationships" r:id="R1d3560627cc54e0a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Smoke — Standard/Widescreen16x9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2563EB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2563EB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059669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DC2626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2117f87cd54c00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